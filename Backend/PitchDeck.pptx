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2"/>
            <a:ext cx="7772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2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1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2E6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03454" y="1040131"/>
            <a:ext cx="1706880" cy="2471419"/>
          </a:xfrm>
          <a:custGeom>
            <a:avLst/>
            <a:gdLst/>
            <a:ahLst/>
            <a:cxnLst/>
            <a:rect l="l" t="t" r="r" b="b"/>
            <a:pathLst>
              <a:path w="1706880" h="2471420">
                <a:moveTo>
                  <a:pt x="1668526" y="0"/>
                </a:moveTo>
                <a:lnTo>
                  <a:pt x="38106" y="0"/>
                </a:lnTo>
                <a:lnTo>
                  <a:pt x="23526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2433002"/>
                </a:lnTo>
                <a:lnTo>
                  <a:pt x="736" y="2440432"/>
                </a:lnTo>
                <a:lnTo>
                  <a:pt x="11163" y="2459926"/>
                </a:lnTo>
                <a:lnTo>
                  <a:pt x="30638" y="2470340"/>
                </a:lnTo>
                <a:lnTo>
                  <a:pt x="38106" y="2471102"/>
                </a:lnTo>
                <a:lnTo>
                  <a:pt x="1668526" y="2471102"/>
                </a:lnTo>
                <a:lnTo>
                  <a:pt x="1683067" y="2468181"/>
                </a:lnTo>
                <a:lnTo>
                  <a:pt x="1700212" y="2454148"/>
                </a:lnTo>
                <a:lnTo>
                  <a:pt x="1706626" y="2433002"/>
                </a:lnTo>
                <a:lnTo>
                  <a:pt x="1706626" y="38100"/>
                </a:lnTo>
                <a:lnTo>
                  <a:pt x="1703704" y="23495"/>
                </a:lnTo>
                <a:lnTo>
                  <a:pt x="1689671" y="6413"/>
                </a:lnTo>
                <a:lnTo>
                  <a:pt x="16685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3836" y="1040513"/>
            <a:ext cx="1705610" cy="2471419"/>
          </a:xfrm>
          <a:custGeom>
            <a:avLst/>
            <a:gdLst/>
            <a:ahLst/>
            <a:cxnLst/>
            <a:rect l="l" t="t" r="r" b="b"/>
            <a:pathLst>
              <a:path w="1705610" h="2471420">
                <a:moveTo>
                  <a:pt x="1705356" y="2442146"/>
                </a:moveTo>
                <a:lnTo>
                  <a:pt x="1695450" y="2459863"/>
                </a:lnTo>
                <a:lnTo>
                  <a:pt x="1675955" y="2470277"/>
                </a:lnTo>
                <a:lnTo>
                  <a:pt x="38106" y="2471039"/>
                </a:lnTo>
                <a:lnTo>
                  <a:pt x="30638" y="2470277"/>
                </a:lnTo>
                <a:lnTo>
                  <a:pt x="11156" y="2459863"/>
                </a:lnTo>
                <a:lnTo>
                  <a:pt x="736" y="2440368"/>
                </a:lnTo>
                <a:lnTo>
                  <a:pt x="0" y="38100"/>
                </a:lnTo>
                <a:lnTo>
                  <a:pt x="736" y="30670"/>
                </a:lnTo>
                <a:lnTo>
                  <a:pt x="11163" y="11175"/>
                </a:lnTo>
                <a:lnTo>
                  <a:pt x="30638" y="762"/>
                </a:lnTo>
                <a:lnTo>
                  <a:pt x="38106" y="0"/>
                </a:lnTo>
                <a:lnTo>
                  <a:pt x="1668526" y="0"/>
                </a:lnTo>
                <a:lnTo>
                  <a:pt x="1689671" y="6413"/>
                </a:lnTo>
                <a:lnTo>
                  <a:pt x="1703704" y="23558"/>
                </a:lnTo>
                <a:lnTo>
                  <a:pt x="1705356" y="28892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03455" y="1040132"/>
            <a:ext cx="1686560" cy="2469516"/>
          </a:xfrm>
          <a:custGeom>
            <a:avLst/>
            <a:gdLst/>
            <a:ahLst/>
            <a:cxnLst/>
            <a:rect l="l" t="t" r="r" b="b"/>
            <a:pathLst>
              <a:path w="1686560" h="2469515">
                <a:moveTo>
                  <a:pt x="1648206" y="0"/>
                </a:moveTo>
                <a:lnTo>
                  <a:pt x="38106" y="0"/>
                </a:lnTo>
                <a:lnTo>
                  <a:pt x="23526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2433066"/>
                </a:lnTo>
                <a:lnTo>
                  <a:pt x="6400" y="2454211"/>
                </a:lnTo>
                <a:lnTo>
                  <a:pt x="23526" y="2468245"/>
                </a:lnTo>
                <a:lnTo>
                  <a:pt x="27393" y="2469451"/>
                </a:lnTo>
                <a:lnTo>
                  <a:pt x="1658937" y="2469451"/>
                </a:lnTo>
                <a:lnTo>
                  <a:pt x="1662810" y="2468245"/>
                </a:lnTo>
                <a:lnTo>
                  <a:pt x="1679892" y="2454211"/>
                </a:lnTo>
                <a:lnTo>
                  <a:pt x="1686306" y="2433066"/>
                </a:lnTo>
                <a:lnTo>
                  <a:pt x="1686306" y="38100"/>
                </a:lnTo>
                <a:lnTo>
                  <a:pt x="1683384" y="23495"/>
                </a:lnTo>
                <a:lnTo>
                  <a:pt x="1669351" y="6413"/>
                </a:lnTo>
                <a:lnTo>
                  <a:pt x="16482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03836" y="1040513"/>
            <a:ext cx="1686560" cy="2471419"/>
          </a:xfrm>
          <a:custGeom>
            <a:avLst/>
            <a:gdLst/>
            <a:ahLst/>
            <a:cxnLst/>
            <a:rect l="l" t="t" r="r" b="b"/>
            <a:pathLst>
              <a:path w="1686560" h="2471420">
                <a:moveTo>
                  <a:pt x="38119" y="0"/>
                </a:moveTo>
                <a:lnTo>
                  <a:pt x="1647888" y="0"/>
                </a:lnTo>
                <a:lnTo>
                  <a:pt x="1655317" y="762"/>
                </a:lnTo>
                <a:lnTo>
                  <a:pt x="1674812" y="11175"/>
                </a:lnTo>
                <a:lnTo>
                  <a:pt x="1685226" y="30606"/>
                </a:lnTo>
                <a:lnTo>
                  <a:pt x="1685988" y="2432939"/>
                </a:lnTo>
                <a:lnTo>
                  <a:pt x="1685289" y="2440432"/>
                </a:lnTo>
                <a:lnTo>
                  <a:pt x="1674812" y="2459926"/>
                </a:lnTo>
                <a:lnTo>
                  <a:pt x="1655381" y="2470340"/>
                </a:lnTo>
                <a:lnTo>
                  <a:pt x="38112" y="2471102"/>
                </a:lnTo>
                <a:lnTo>
                  <a:pt x="30632" y="2470340"/>
                </a:lnTo>
                <a:lnTo>
                  <a:pt x="11144" y="2459926"/>
                </a:lnTo>
                <a:lnTo>
                  <a:pt x="736" y="2440432"/>
                </a:lnTo>
                <a:lnTo>
                  <a:pt x="0" y="2432939"/>
                </a:lnTo>
                <a:lnTo>
                  <a:pt x="0" y="38100"/>
                </a:lnTo>
                <a:lnTo>
                  <a:pt x="6407" y="16954"/>
                </a:lnTo>
                <a:lnTo>
                  <a:pt x="23533" y="2921"/>
                </a:lnTo>
                <a:lnTo>
                  <a:pt x="38119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03454" y="3998214"/>
            <a:ext cx="4345940" cy="956310"/>
          </a:xfrm>
          <a:custGeom>
            <a:avLst/>
            <a:gdLst/>
            <a:ahLst/>
            <a:cxnLst/>
            <a:rect l="l" t="t" r="r" b="b"/>
            <a:pathLst>
              <a:path w="4345940" h="956310">
                <a:moveTo>
                  <a:pt x="4307332" y="0"/>
                </a:moveTo>
                <a:lnTo>
                  <a:pt x="38100" y="0"/>
                </a:lnTo>
                <a:lnTo>
                  <a:pt x="23520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918184"/>
                </a:lnTo>
                <a:lnTo>
                  <a:pt x="736" y="925658"/>
                </a:lnTo>
                <a:lnTo>
                  <a:pt x="11163" y="945146"/>
                </a:lnTo>
                <a:lnTo>
                  <a:pt x="30632" y="955573"/>
                </a:lnTo>
                <a:lnTo>
                  <a:pt x="38100" y="956310"/>
                </a:lnTo>
                <a:lnTo>
                  <a:pt x="4307332" y="956310"/>
                </a:lnTo>
                <a:lnTo>
                  <a:pt x="4321937" y="953408"/>
                </a:lnTo>
                <a:lnTo>
                  <a:pt x="4339018" y="939336"/>
                </a:lnTo>
                <a:lnTo>
                  <a:pt x="4345432" y="918184"/>
                </a:lnTo>
                <a:lnTo>
                  <a:pt x="4345432" y="38100"/>
                </a:lnTo>
                <a:lnTo>
                  <a:pt x="4342511" y="23558"/>
                </a:lnTo>
                <a:lnTo>
                  <a:pt x="4328477" y="6413"/>
                </a:lnTo>
                <a:lnTo>
                  <a:pt x="4307332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04596" y="3998595"/>
            <a:ext cx="4343400" cy="956310"/>
          </a:xfrm>
          <a:custGeom>
            <a:avLst/>
            <a:gdLst/>
            <a:ahLst/>
            <a:cxnLst/>
            <a:rect l="l" t="t" r="r" b="b"/>
            <a:pathLst>
              <a:path w="4343400" h="956310">
                <a:moveTo>
                  <a:pt x="4343273" y="928223"/>
                </a:moveTo>
                <a:lnTo>
                  <a:pt x="4333684" y="945095"/>
                </a:lnTo>
                <a:lnTo>
                  <a:pt x="4314190" y="955522"/>
                </a:lnTo>
                <a:lnTo>
                  <a:pt x="38100" y="956259"/>
                </a:lnTo>
                <a:lnTo>
                  <a:pt x="30632" y="955522"/>
                </a:lnTo>
                <a:lnTo>
                  <a:pt x="11156" y="945095"/>
                </a:lnTo>
                <a:lnTo>
                  <a:pt x="736" y="925607"/>
                </a:lnTo>
                <a:lnTo>
                  <a:pt x="0" y="38099"/>
                </a:lnTo>
                <a:lnTo>
                  <a:pt x="736" y="30670"/>
                </a:lnTo>
                <a:lnTo>
                  <a:pt x="11156" y="11175"/>
                </a:lnTo>
                <a:lnTo>
                  <a:pt x="30632" y="761"/>
                </a:lnTo>
                <a:lnTo>
                  <a:pt x="38100" y="0"/>
                </a:lnTo>
                <a:lnTo>
                  <a:pt x="4306760" y="0"/>
                </a:lnTo>
                <a:lnTo>
                  <a:pt x="4327842" y="6413"/>
                </a:lnTo>
                <a:lnTo>
                  <a:pt x="4341939" y="23558"/>
                </a:lnTo>
                <a:lnTo>
                  <a:pt x="4343273" y="28066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597909" y="3998214"/>
            <a:ext cx="4330065" cy="956310"/>
          </a:xfrm>
          <a:custGeom>
            <a:avLst/>
            <a:gdLst/>
            <a:ahLst/>
            <a:cxnLst/>
            <a:rect l="l" t="t" r="r" b="b"/>
            <a:pathLst>
              <a:path w="4330065" h="956310">
                <a:moveTo>
                  <a:pt x="4291584" y="0"/>
                </a:moveTo>
                <a:lnTo>
                  <a:pt x="38100" y="0"/>
                </a:ln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918184"/>
                </a:lnTo>
                <a:lnTo>
                  <a:pt x="762" y="925658"/>
                </a:lnTo>
                <a:lnTo>
                  <a:pt x="11175" y="945146"/>
                </a:lnTo>
                <a:lnTo>
                  <a:pt x="30606" y="955573"/>
                </a:lnTo>
                <a:lnTo>
                  <a:pt x="38100" y="956310"/>
                </a:lnTo>
                <a:lnTo>
                  <a:pt x="4291584" y="956310"/>
                </a:lnTo>
                <a:lnTo>
                  <a:pt x="4306125" y="953408"/>
                </a:lnTo>
                <a:lnTo>
                  <a:pt x="4323270" y="939336"/>
                </a:lnTo>
                <a:lnTo>
                  <a:pt x="4329684" y="918184"/>
                </a:lnTo>
                <a:lnTo>
                  <a:pt x="4329684" y="38100"/>
                </a:lnTo>
                <a:lnTo>
                  <a:pt x="4326763" y="23558"/>
                </a:lnTo>
                <a:lnTo>
                  <a:pt x="4312729" y="6413"/>
                </a:lnTo>
                <a:lnTo>
                  <a:pt x="4291584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598289" y="3998595"/>
            <a:ext cx="4329430" cy="956310"/>
          </a:xfrm>
          <a:custGeom>
            <a:avLst/>
            <a:gdLst/>
            <a:ahLst/>
            <a:cxnLst/>
            <a:rect l="l" t="t" r="r" b="b"/>
            <a:pathLst>
              <a:path w="4329430" h="956310">
                <a:moveTo>
                  <a:pt x="4328858" y="919587"/>
                </a:moveTo>
                <a:lnTo>
                  <a:pt x="4322571" y="939285"/>
                </a:lnTo>
                <a:lnTo>
                  <a:pt x="4305490" y="953357"/>
                </a:lnTo>
                <a:lnTo>
                  <a:pt x="4290885" y="956259"/>
                </a:lnTo>
                <a:lnTo>
                  <a:pt x="38100" y="956259"/>
                </a:lnTo>
                <a:lnTo>
                  <a:pt x="16954" y="949852"/>
                </a:lnTo>
                <a:lnTo>
                  <a:pt x="2921" y="932726"/>
                </a:lnTo>
                <a:lnTo>
                  <a:pt x="0" y="38099"/>
                </a:lnTo>
                <a:lnTo>
                  <a:pt x="762" y="30670"/>
                </a:lnTo>
                <a:lnTo>
                  <a:pt x="11175" y="11175"/>
                </a:lnTo>
                <a:lnTo>
                  <a:pt x="30607" y="761"/>
                </a:lnTo>
                <a:lnTo>
                  <a:pt x="38100" y="0"/>
                </a:lnTo>
                <a:lnTo>
                  <a:pt x="4290885" y="0"/>
                </a:lnTo>
                <a:lnTo>
                  <a:pt x="4312031" y="6413"/>
                </a:lnTo>
                <a:lnTo>
                  <a:pt x="4326064" y="23558"/>
                </a:lnTo>
                <a:lnTo>
                  <a:pt x="4328858" y="36702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12464" y="1040131"/>
            <a:ext cx="1706880" cy="2471419"/>
          </a:xfrm>
          <a:custGeom>
            <a:avLst/>
            <a:gdLst/>
            <a:ahLst/>
            <a:cxnLst/>
            <a:rect l="l" t="t" r="r" b="b"/>
            <a:pathLst>
              <a:path w="1706879" h="2471420">
                <a:moveTo>
                  <a:pt x="16685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2433002"/>
                </a:lnTo>
                <a:lnTo>
                  <a:pt x="762" y="2440432"/>
                </a:lnTo>
                <a:lnTo>
                  <a:pt x="11175" y="2459926"/>
                </a:lnTo>
                <a:lnTo>
                  <a:pt x="30607" y="2470340"/>
                </a:lnTo>
                <a:lnTo>
                  <a:pt x="38100" y="2471102"/>
                </a:lnTo>
                <a:lnTo>
                  <a:pt x="1668526" y="2471102"/>
                </a:lnTo>
                <a:lnTo>
                  <a:pt x="1683067" y="2468181"/>
                </a:lnTo>
                <a:lnTo>
                  <a:pt x="1700212" y="2454148"/>
                </a:lnTo>
                <a:lnTo>
                  <a:pt x="1706626" y="2433002"/>
                </a:lnTo>
                <a:lnTo>
                  <a:pt x="1706626" y="38100"/>
                </a:lnTo>
                <a:lnTo>
                  <a:pt x="1703705" y="23495"/>
                </a:lnTo>
                <a:lnTo>
                  <a:pt x="1689671" y="6413"/>
                </a:lnTo>
                <a:lnTo>
                  <a:pt x="16685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712846" y="1040513"/>
            <a:ext cx="1705610" cy="2471419"/>
          </a:xfrm>
          <a:custGeom>
            <a:avLst/>
            <a:gdLst/>
            <a:ahLst/>
            <a:cxnLst/>
            <a:rect l="l" t="t" r="r" b="b"/>
            <a:pathLst>
              <a:path w="1705610" h="2471420">
                <a:moveTo>
                  <a:pt x="1705355" y="2442146"/>
                </a:moveTo>
                <a:lnTo>
                  <a:pt x="1695450" y="2459863"/>
                </a:lnTo>
                <a:lnTo>
                  <a:pt x="1675955" y="2470277"/>
                </a:lnTo>
                <a:lnTo>
                  <a:pt x="1668526" y="2471039"/>
                </a:lnTo>
                <a:lnTo>
                  <a:pt x="38100" y="2471039"/>
                </a:lnTo>
                <a:lnTo>
                  <a:pt x="16954" y="2464625"/>
                </a:lnTo>
                <a:lnTo>
                  <a:pt x="2920" y="2447480"/>
                </a:lnTo>
                <a:lnTo>
                  <a:pt x="0" y="38100"/>
                </a:lnTo>
                <a:lnTo>
                  <a:pt x="762" y="30670"/>
                </a:lnTo>
                <a:lnTo>
                  <a:pt x="11175" y="11175"/>
                </a:lnTo>
                <a:lnTo>
                  <a:pt x="30606" y="762"/>
                </a:lnTo>
                <a:lnTo>
                  <a:pt x="38100" y="0"/>
                </a:lnTo>
                <a:lnTo>
                  <a:pt x="1668526" y="0"/>
                </a:lnTo>
                <a:lnTo>
                  <a:pt x="1689671" y="6413"/>
                </a:lnTo>
                <a:lnTo>
                  <a:pt x="1703704" y="23558"/>
                </a:lnTo>
                <a:lnTo>
                  <a:pt x="1705355" y="28892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03454" y="3998214"/>
            <a:ext cx="4325620" cy="956310"/>
          </a:xfrm>
          <a:custGeom>
            <a:avLst/>
            <a:gdLst/>
            <a:ahLst/>
            <a:cxnLst/>
            <a:rect l="l" t="t" r="r" b="b"/>
            <a:pathLst>
              <a:path w="4325620" h="956310">
                <a:moveTo>
                  <a:pt x="4287520" y="0"/>
                </a:moveTo>
                <a:lnTo>
                  <a:pt x="38100" y="0"/>
                </a:lnTo>
                <a:lnTo>
                  <a:pt x="23520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918184"/>
                </a:lnTo>
                <a:lnTo>
                  <a:pt x="736" y="925658"/>
                </a:lnTo>
                <a:lnTo>
                  <a:pt x="11163" y="945146"/>
                </a:lnTo>
                <a:lnTo>
                  <a:pt x="30632" y="955573"/>
                </a:lnTo>
                <a:lnTo>
                  <a:pt x="38100" y="956310"/>
                </a:lnTo>
                <a:lnTo>
                  <a:pt x="4287520" y="956310"/>
                </a:lnTo>
                <a:lnTo>
                  <a:pt x="4302125" y="953408"/>
                </a:lnTo>
                <a:lnTo>
                  <a:pt x="4319206" y="939336"/>
                </a:lnTo>
                <a:lnTo>
                  <a:pt x="4325620" y="918184"/>
                </a:lnTo>
                <a:lnTo>
                  <a:pt x="4325620" y="38100"/>
                </a:lnTo>
                <a:lnTo>
                  <a:pt x="4322699" y="23558"/>
                </a:lnTo>
                <a:lnTo>
                  <a:pt x="4308665" y="6413"/>
                </a:lnTo>
                <a:lnTo>
                  <a:pt x="4287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04596" y="3998595"/>
            <a:ext cx="4324350" cy="956310"/>
          </a:xfrm>
          <a:custGeom>
            <a:avLst/>
            <a:gdLst/>
            <a:ahLst/>
            <a:cxnLst/>
            <a:rect l="l" t="t" r="r" b="b"/>
            <a:pathLst>
              <a:path w="4324350" h="956310">
                <a:moveTo>
                  <a:pt x="4324286" y="926071"/>
                </a:moveTo>
                <a:lnTo>
                  <a:pt x="4313999" y="945095"/>
                </a:lnTo>
                <a:lnTo>
                  <a:pt x="4294505" y="955522"/>
                </a:lnTo>
                <a:lnTo>
                  <a:pt x="4287012" y="956259"/>
                </a:lnTo>
                <a:lnTo>
                  <a:pt x="38100" y="956259"/>
                </a:lnTo>
                <a:lnTo>
                  <a:pt x="16960" y="949852"/>
                </a:lnTo>
                <a:lnTo>
                  <a:pt x="2901" y="932726"/>
                </a:lnTo>
                <a:lnTo>
                  <a:pt x="0" y="38099"/>
                </a:lnTo>
                <a:lnTo>
                  <a:pt x="736" y="30670"/>
                </a:lnTo>
                <a:lnTo>
                  <a:pt x="11156" y="11175"/>
                </a:lnTo>
                <a:lnTo>
                  <a:pt x="30632" y="761"/>
                </a:lnTo>
                <a:lnTo>
                  <a:pt x="38100" y="0"/>
                </a:lnTo>
                <a:lnTo>
                  <a:pt x="4287012" y="0"/>
                </a:lnTo>
                <a:lnTo>
                  <a:pt x="4308157" y="6413"/>
                </a:lnTo>
                <a:lnTo>
                  <a:pt x="4322254" y="23558"/>
                </a:lnTo>
                <a:lnTo>
                  <a:pt x="4324286" y="30162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597911" y="3998214"/>
            <a:ext cx="4308475" cy="956310"/>
          </a:xfrm>
          <a:custGeom>
            <a:avLst/>
            <a:gdLst/>
            <a:ahLst/>
            <a:cxnLst/>
            <a:rect l="l" t="t" r="r" b="b"/>
            <a:pathLst>
              <a:path w="4308475" h="956310">
                <a:moveTo>
                  <a:pt x="4271137" y="0"/>
                </a:moveTo>
                <a:lnTo>
                  <a:pt x="38100" y="0"/>
                </a:ln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918184"/>
                </a:lnTo>
                <a:lnTo>
                  <a:pt x="762" y="925658"/>
                </a:lnTo>
                <a:lnTo>
                  <a:pt x="11175" y="945146"/>
                </a:lnTo>
                <a:lnTo>
                  <a:pt x="30606" y="955573"/>
                </a:lnTo>
                <a:lnTo>
                  <a:pt x="38100" y="956310"/>
                </a:lnTo>
                <a:lnTo>
                  <a:pt x="4271137" y="956310"/>
                </a:lnTo>
                <a:lnTo>
                  <a:pt x="4278566" y="955573"/>
                </a:lnTo>
                <a:lnTo>
                  <a:pt x="4298061" y="945146"/>
                </a:lnTo>
                <a:lnTo>
                  <a:pt x="4308220" y="926611"/>
                </a:lnTo>
                <a:lnTo>
                  <a:pt x="4308220" y="29718"/>
                </a:lnTo>
                <a:lnTo>
                  <a:pt x="4306316" y="23558"/>
                </a:lnTo>
                <a:lnTo>
                  <a:pt x="4292282" y="6413"/>
                </a:lnTo>
                <a:lnTo>
                  <a:pt x="4271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598289" y="3998595"/>
            <a:ext cx="4309110" cy="956310"/>
          </a:xfrm>
          <a:custGeom>
            <a:avLst/>
            <a:gdLst/>
            <a:ahLst/>
            <a:cxnLst/>
            <a:rect l="l" t="t" r="r" b="b"/>
            <a:pathLst>
              <a:path w="4309109" h="956310">
                <a:moveTo>
                  <a:pt x="38100" y="0"/>
                </a:moveTo>
                <a:lnTo>
                  <a:pt x="4270692" y="0"/>
                </a:lnTo>
                <a:lnTo>
                  <a:pt x="4278185" y="761"/>
                </a:lnTo>
                <a:lnTo>
                  <a:pt x="4297680" y="11175"/>
                </a:lnTo>
                <a:lnTo>
                  <a:pt x="4308094" y="30670"/>
                </a:lnTo>
                <a:lnTo>
                  <a:pt x="4308792" y="38099"/>
                </a:lnTo>
                <a:lnTo>
                  <a:pt x="4308792" y="918140"/>
                </a:lnTo>
                <a:lnTo>
                  <a:pt x="4302379" y="939285"/>
                </a:lnTo>
                <a:lnTo>
                  <a:pt x="4285297" y="953357"/>
                </a:lnTo>
                <a:lnTo>
                  <a:pt x="38100" y="956259"/>
                </a:lnTo>
                <a:lnTo>
                  <a:pt x="30607" y="955522"/>
                </a:lnTo>
                <a:lnTo>
                  <a:pt x="11175" y="945095"/>
                </a:lnTo>
                <a:lnTo>
                  <a:pt x="762" y="925607"/>
                </a:lnTo>
                <a:lnTo>
                  <a:pt x="0" y="38099"/>
                </a:lnTo>
                <a:lnTo>
                  <a:pt x="762" y="30670"/>
                </a:lnTo>
                <a:lnTo>
                  <a:pt x="11175" y="11175"/>
                </a:lnTo>
                <a:lnTo>
                  <a:pt x="30607" y="76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712465" y="1040132"/>
            <a:ext cx="1686560" cy="2469516"/>
          </a:xfrm>
          <a:custGeom>
            <a:avLst/>
            <a:gdLst/>
            <a:ahLst/>
            <a:cxnLst/>
            <a:rect l="l" t="t" r="r" b="b"/>
            <a:pathLst>
              <a:path w="1686560" h="2469515">
                <a:moveTo>
                  <a:pt x="164820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2433066"/>
                </a:lnTo>
                <a:lnTo>
                  <a:pt x="6413" y="2454211"/>
                </a:lnTo>
                <a:lnTo>
                  <a:pt x="23495" y="2468245"/>
                </a:lnTo>
                <a:lnTo>
                  <a:pt x="27368" y="2469451"/>
                </a:lnTo>
                <a:lnTo>
                  <a:pt x="1658937" y="2469451"/>
                </a:lnTo>
                <a:lnTo>
                  <a:pt x="1662811" y="2468245"/>
                </a:lnTo>
                <a:lnTo>
                  <a:pt x="1679892" y="2454211"/>
                </a:lnTo>
                <a:lnTo>
                  <a:pt x="1686306" y="2433066"/>
                </a:lnTo>
                <a:lnTo>
                  <a:pt x="1686306" y="38100"/>
                </a:lnTo>
                <a:lnTo>
                  <a:pt x="1683385" y="23495"/>
                </a:lnTo>
                <a:lnTo>
                  <a:pt x="1669351" y="6413"/>
                </a:lnTo>
                <a:lnTo>
                  <a:pt x="16482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3712846" y="1040513"/>
            <a:ext cx="1686560" cy="2471419"/>
          </a:xfrm>
          <a:custGeom>
            <a:avLst/>
            <a:gdLst/>
            <a:ahLst/>
            <a:cxnLst/>
            <a:rect l="l" t="t" r="r" b="b"/>
            <a:pathLst>
              <a:path w="1686560" h="2471420">
                <a:moveTo>
                  <a:pt x="38100" y="0"/>
                </a:moveTo>
                <a:lnTo>
                  <a:pt x="1647888" y="0"/>
                </a:lnTo>
                <a:lnTo>
                  <a:pt x="1655317" y="762"/>
                </a:lnTo>
                <a:lnTo>
                  <a:pt x="1674812" y="11175"/>
                </a:lnTo>
                <a:lnTo>
                  <a:pt x="1685226" y="30606"/>
                </a:lnTo>
                <a:lnTo>
                  <a:pt x="1685988" y="2432939"/>
                </a:lnTo>
                <a:lnTo>
                  <a:pt x="1685289" y="2440432"/>
                </a:lnTo>
                <a:lnTo>
                  <a:pt x="1674812" y="2459926"/>
                </a:lnTo>
                <a:lnTo>
                  <a:pt x="1655381" y="2470340"/>
                </a:lnTo>
                <a:lnTo>
                  <a:pt x="38100" y="2471102"/>
                </a:lnTo>
                <a:lnTo>
                  <a:pt x="30606" y="2470340"/>
                </a:lnTo>
                <a:lnTo>
                  <a:pt x="11112" y="2459926"/>
                </a:lnTo>
                <a:lnTo>
                  <a:pt x="762" y="2440432"/>
                </a:lnTo>
                <a:lnTo>
                  <a:pt x="0" y="2432939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03453" y="600457"/>
            <a:ext cx="1706880" cy="383540"/>
          </a:xfrm>
          <a:custGeom>
            <a:avLst/>
            <a:gdLst/>
            <a:ahLst/>
            <a:cxnLst/>
            <a:rect l="l" t="t" r="r" b="b"/>
            <a:pathLst>
              <a:path w="1706880" h="383540">
                <a:moveTo>
                  <a:pt x="1668526" y="0"/>
                </a:moveTo>
                <a:lnTo>
                  <a:pt x="38106" y="0"/>
                </a:lnTo>
                <a:lnTo>
                  <a:pt x="23526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45186"/>
                </a:lnTo>
                <a:lnTo>
                  <a:pt x="736" y="352615"/>
                </a:lnTo>
                <a:lnTo>
                  <a:pt x="11163" y="372110"/>
                </a:lnTo>
                <a:lnTo>
                  <a:pt x="30638" y="382524"/>
                </a:lnTo>
                <a:lnTo>
                  <a:pt x="38106" y="383222"/>
                </a:lnTo>
                <a:lnTo>
                  <a:pt x="1668526" y="383222"/>
                </a:lnTo>
                <a:lnTo>
                  <a:pt x="1683067" y="380365"/>
                </a:lnTo>
                <a:lnTo>
                  <a:pt x="1700212" y="366331"/>
                </a:lnTo>
                <a:lnTo>
                  <a:pt x="1706626" y="345186"/>
                </a:lnTo>
                <a:lnTo>
                  <a:pt x="1706626" y="38100"/>
                </a:lnTo>
                <a:lnTo>
                  <a:pt x="1703704" y="23495"/>
                </a:lnTo>
                <a:lnTo>
                  <a:pt x="1689671" y="6413"/>
                </a:lnTo>
                <a:lnTo>
                  <a:pt x="16685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04598" y="600838"/>
            <a:ext cx="1704975" cy="383540"/>
          </a:xfrm>
          <a:custGeom>
            <a:avLst/>
            <a:gdLst/>
            <a:ahLst/>
            <a:cxnLst/>
            <a:rect l="l" t="t" r="r" b="b"/>
            <a:pathLst>
              <a:path w="1704975" h="383540">
                <a:moveTo>
                  <a:pt x="1704530" y="354012"/>
                </a:moveTo>
                <a:lnTo>
                  <a:pt x="1694497" y="372046"/>
                </a:lnTo>
                <a:lnTo>
                  <a:pt x="1675066" y="382460"/>
                </a:lnTo>
                <a:lnTo>
                  <a:pt x="1667573" y="383222"/>
                </a:lnTo>
                <a:lnTo>
                  <a:pt x="38087" y="383222"/>
                </a:lnTo>
                <a:lnTo>
                  <a:pt x="16954" y="376809"/>
                </a:lnTo>
                <a:lnTo>
                  <a:pt x="2901" y="359727"/>
                </a:lnTo>
                <a:lnTo>
                  <a:pt x="0" y="38100"/>
                </a:lnTo>
                <a:lnTo>
                  <a:pt x="736" y="30607"/>
                </a:lnTo>
                <a:lnTo>
                  <a:pt x="11156" y="11175"/>
                </a:lnTo>
                <a:lnTo>
                  <a:pt x="30619" y="762"/>
                </a:lnTo>
                <a:lnTo>
                  <a:pt x="38087" y="0"/>
                </a:lnTo>
                <a:lnTo>
                  <a:pt x="1667573" y="0"/>
                </a:lnTo>
                <a:lnTo>
                  <a:pt x="1688719" y="6413"/>
                </a:lnTo>
                <a:lnTo>
                  <a:pt x="1702752" y="23495"/>
                </a:lnTo>
                <a:lnTo>
                  <a:pt x="1704530" y="29146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03454" y="3560828"/>
            <a:ext cx="4345940" cy="390525"/>
          </a:xfrm>
          <a:custGeom>
            <a:avLst/>
            <a:gdLst/>
            <a:ahLst/>
            <a:cxnLst/>
            <a:rect l="l" t="t" r="r" b="b"/>
            <a:pathLst>
              <a:path w="4345940" h="390525">
                <a:moveTo>
                  <a:pt x="4307332" y="0"/>
                </a:moveTo>
                <a:lnTo>
                  <a:pt x="38100" y="0"/>
                </a:lnTo>
                <a:lnTo>
                  <a:pt x="23520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36" y="359410"/>
                </a:lnTo>
                <a:lnTo>
                  <a:pt x="11163" y="378841"/>
                </a:lnTo>
                <a:lnTo>
                  <a:pt x="30632" y="389255"/>
                </a:lnTo>
                <a:lnTo>
                  <a:pt x="38100" y="390017"/>
                </a:lnTo>
                <a:lnTo>
                  <a:pt x="4307332" y="390017"/>
                </a:lnTo>
                <a:lnTo>
                  <a:pt x="4321937" y="387096"/>
                </a:lnTo>
                <a:lnTo>
                  <a:pt x="4339018" y="373062"/>
                </a:lnTo>
                <a:lnTo>
                  <a:pt x="4345432" y="351917"/>
                </a:lnTo>
                <a:lnTo>
                  <a:pt x="4345432" y="38100"/>
                </a:lnTo>
                <a:lnTo>
                  <a:pt x="4342511" y="23495"/>
                </a:lnTo>
                <a:lnTo>
                  <a:pt x="4328477" y="6413"/>
                </a:lnTo>
                <a:lnTo>
                  <a:pt x="4307332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04596" y="3561208"/>
            <a:ext cx="4343400" cy="390525"/>
          </a:xfrm>
          <a:custGeom>
            <a:avLst/>
            <a:gdLst/>
            <a:ahLst/>
            <a:cxnLst/>
            <a:rect l="l" t="t" r="r" b="b"/>
            <a:pathLst>
              <a:path w="4343400" h="390525">
                <a:moveTo>
                  <a:pt x="4343336" y="360934"/>
                </a:moveTo>
                <a:lnTo>
                  <a:pt x="4333367" y="378777"/>
                </a:lnTo>
                <a:lnTo>
                  <a:pt x="4313936" y="389191"/>
                </a:lnTo>
                <a:lnTo>
                  <a:pt x="4306443" y="389953"/>
                </a:lnTo>
                <a:lnTo>
                  <a:pt x="38093" y="389953"/>
                </a:lnTo>
                <a:lnTo>
                  <a:pt x="16960" y="383540"/>
                </a:lnTo>
                <a:lnTo>
                  <a:pt x="2901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00" y="16954"/>
                </a:lnTo>
                <a:lnTo>
                  <a:pt x="23514" y="2921"/>
                </a:lnTo>
                <a:lnTo>
                  <a:pt x="38093" y="0"/>
                </a:lnTo>
                <a:lnTo>
                  <a:pt x="4306443" y="0"/>
                </a:lnTo>
                <a:lnTo>
                  <a:pt x="4327588" y="6413"/>
                </a:lnTo>
                <a:lnTo>
                  <a:pt x="4341685" y="23495"/>
                </a:lnTo>
                <a:lnTo>
                  <a:pt x="4343336" y="28956"/>
                </a:lnTo>
              </a:path>
            </a:pathLst>
          </a:custGeom>
          <a:ln w="19049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56057" y="1040133"/>
            <a:ext cx="1704975" cy="998219"/>
          </a:xfrm>
          <a:custGeom>
            <a:avLst/>
            <a:gdLst/>
            <a:ahLst/>
            <a:cxnLst/>
            <a:rect l="l" t="t" r="r" b="b"/>
            <a:pathLst>
              <a:path w="1704975" h="998219">
                <a:moveTo>
                  <a:pt x="1668145" y="0"/>
                </a:move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960120"/>
                </a:lnTo>
                <a:lnTo>
                  <a:pt x="762" y="967613"/>
                </a:lnTo>
                <a:lnTo>
                  <a:pt x="11175" y="987044"/>
                </a:lnTo>
                <a:lnTo>
                  <a:pt x="30606" y="997458"/>
                </a:lnTo>
                <a:lnTo>
                  <a:pt x="38100" y="998220"/>
                </a:lnTo>
                <a:lnTo>
                  <a:pt x="1668145" y="998220"/>
                </a:lnTo>
                <a:lnTo>
                  <a:pt x="1689290" y="991806"/>
                </a:lnTo>
                <a:lnTo>
                  <a:pt x="1704467" y="970978"/>
                </a:lnTo>
                <a:lnTo>
                  <a:pt x="1704467" y="27241"/>
                </a:lnTo>
                <a:lnTo>
                  <a:pt x="1695069" y="11175"/>
                </a:lnTo>
                <a:lnTo>
                  <a:pt x="1675574" y="762"/>
                </a:lnTo>
                <a:lnTo>
                  <a:pt x="166814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56436" y="1040514"/>
            <a:ext cx="1705610" cy="998219"/>
          </a:xfrm>
          <a:custGeom>
            <a:avLst/>
            <a:gdLst/>
            <a:ahLst/>
            <a:cxnLst/>
            <a:rect l="l" t="t" r="r" b="b"/>
            <a:pathLst>
              <a:path w="1705610" h="998219">
                <a:moveTo>
                  <a:pt x="1705355" y="969200"/>
                </a:moveTo>
                <a:lnTo>
                  <a:pt x="1695450" y="987044"/>
                </a:lnTo>
                <a:lnTo>
                  <a:pt x="1675955" y="997457"/>
                </a:lnTo>
                <a:lnTo>
                  <a:pt x="38100" y="998156"/>
                </a:lnTo>
                <a:lnTo>
                  <a:pt x="30670" y="997457"/>
                </a:lnTo>
                <a:lnTo>
                  <a:pt x="11175" y="987044"/>
                </a:lnTo>
                <a:lnTo>
                  <a:pt x="762" y="967549"/>
                </a:lnTo>
                <a:lnTo>
                  <a:pt x="0" y="38100"/>
                </a:lnTo>
                <a:lnTo>
                  <a:pt x="762" y="30606"/>
                </a:lnTo>
                <a:lnTo>
                  <a:pt x="11175" y="11175"/>
                </a:lnTo>
                <a:lnTo>
                  <a:pt x="30670" y="762"/>
                </a:lnTo>
                <a:lnTo>
                  <a:pt x="38100" y="0"/>
                </a:lnTo>
                <a:lnTo>
                  <a:pt x="1668526" y="0"/>
                </a:lnTo>
                <a:lnTo>
                  <a:pt x="1689671" y="6413"/>
                </a:lnTo>
                <a:lnTo>
                  <a:pt x="1703704" y="23494"/>
                </a:lnTo>
                <a:lnTo>
                  <a:pt x="1705355" y="28955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56057" y="2524508"/>
            <a:ext cx="1704339" cy="987425"/>
          </a:xfrm>
          <a:custGeom>
            <a:avLst/>
            <a:gdLst/>
            <a:ahLst/>
            <a:cxnLst/>
            <a:rect l="l" t="t" r="r" b="b"/>
            <a:pathLst>
              <a:path w="1704339" h="987425">
                <a:moveTo>
                  <a:pt x="1668145" y="0"/>
                </a:moveTo>
                <a:lnTo>
                  <a:pt x="38100" y="0"/>
                </a:lnTo>
                <a:lnTo>
                  <a:pt x="23494" y="2920"/>
                </a:lnTo>
                <a:lnTo>
                  <a:pt x="6413" y="16954"/>
                </a:lnTo>
                <a:lnTo>
                  <a:pt x="0" y="38100"/>
                </a:lnTo>
                <a:lnTo>
                  <a:pt x="0" y="949198"/>
                </a:lnTo>
                <a:lnTo>
                  <a:pt x="762" y="956627"/>
                </a:lnTo>
                <a:lnTo>
                  <a:pt x="11175" y="976121"/>
                </a:lnTo>
                <a:lnTo>
                  <a:pt x="30606" y="986536"/>
                </a:lnTo>
                <a:lnTo>
                  <a:pt x="38100" y="987298"/>
                </a:lnTo>
                <a:lnTo>
                  <a:pt x="1668145" y="987298"/>
                </a:lnTo>
                <a:lnTo>
                  <a:pt x="1689290" y="980884"/>
                </a:lnTo>
                <a:lnTo>
                  <a:pt x="1704340" y="960437"/>
                </a:lnTo>
                <a:lnTo>
                  <a:pt x="1704340" y="26860"/>
                </a:lnTo>
                <a:lnTo>
                  <a:pt x="1703323" y="23494"/>
                </a:lnTo>
                <a:lnTo>
                  <a:pt x="1689290" y="6413"/>
                </a:lnTo>
                <a:lnTo>
                  <a:pt x="166814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4072" y="3473195"/>
            <a:ext cx="46482" cy="46483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8002" y="1030225"/>
            <a:ext cx="4347972" cy="2929890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1956436" y="2524888"/>
            <a:ext cx="1705610" cy="985519"/>
          </a:xfrm>
          <a:custGeom>
            <a:avLst/>
            <a:gdLst/>
            <a:ahLst/>
            <a:cxnLst/>
            <a:rect l="l" t="t" r="r" b="b"/>
            <a:pathLst>
              <a:path w="1705610" h="985520">
                <a:moveTo>
                  <a:pt x="28956" y="985265"/>
                </a:moveTo>
                <a:lnTo>
                  <a:pt x="11175" y="975360"/>
                </a:lnTo>
                <a:lnTo>
                  <a:pt x="762" y="955929"/>
                </a:lnTo>
                <a:lnTo>
                  <a:pt x="0" y="948436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0"/>
                </a:lnTo>
                <a:lnTo>
                  <a:pt x="38163" y="0"/>
                </a:lnTo>
                <a:lnTo>
                  <a:pt x="1668462" y="0"/>
                </a:lnTo>
                <a:lnTo>
                  <a:pt x="1689607" y="6413"/>
                </a:lnTo>
                <a:lnTo>
                  <a:pt x="1703704" y="23494"/>
                </a:lnTo>
                <a:lnTo>
                  <a:pt x="1705355" y="28956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956057" y="1040133"/>
            <a:ext cx="1685289" cy="998219"/>
          </a:xfrm>
          <a:custGeom>
            <a:avLst/>
            <a:gdLst/>
            <a:ahLst/>
            <a:cxnLst/>
            <a:rect l="l" t="t" r="r" b="b"/>
            <a:pathLst>
              <a:path w="1685289" h="998219">
                <a:moveTo>
                  <a:pt x="1648079" y="0"/>
                </a:move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960120"/>
                </a:lnTo>
                <a:lnTo>
                  <a:pt x="762" y="967613"/>
                </a:lnTo>
                <a:lnTo>
                  <a:pt x="11175" y="987044"/>
                </a:lnTo>
                <a:lnTo>
                  <a:pt x="30606" y="997458"/>
                </a:lnTo>
                <a:lnTo>
                  <a:pt x="38100" y="998220"/>
                </a:lnTo>
                <a:lnTo>
                  <a:pt x="1648079" y="998220"/>
                </a:lnTo>
                <a:lnTo>
                  <a:pt x="1655571" y="997458"/>
                </a:lnTo>
                <a:lnTo>
                  <a:pt x="1675003" y="987044"/>
                </a:lnTo>
                <a:lnTo>
                  <a:pt x="1685290" y="968121"/>
                </a:lnTo>
                <a:lnTo>
                  <a:pt x="1685290" y="30099"/>
                </a:lnTo>
                <a:lnTo>
                  <a:pt x="1675003" y="11175"/>
                </a:lnTo>
                <a:lnTo>
                  <a:pt x="1655571" y="762"/>
                </a:lnTo>
                <a:lnTo>
                  <a:pt x="1648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956436" y="1040513"/>
            <a:ext cx="1686560" cy="998856"/>
          </a:xfrm>
          <a:custGeom>
            <a:avLst/>
            <a:gdLst/>
            <a:ahLst/>
            <a:cxnLst/>
            <a:rect l="l" t="t" r="r" b="b"/>
            <a:pathLst>
              <a:path w="1686560" h="998855">
                <a:moveTo>
                  <a:pt x="38163" y="0"/>
                </a:moveTo>
                <a:lnTo>
                  <a:pt x="1647825" y="0"/>
                </a:lnTo>
                <a:lnTo>
                  <a:pt x="1655317" y="762"/>
                </a:lnTo>
                <a:lnTo>
                  <a:pt x="1674812" y="11112"/>
                </a:lnTo>
                <a:lnTo>
                  <a:pt x="1685226" y="30606"/>
                </a:lnTo>
                <a:lnTo>
                  <a:pt x="1685988" y="960501"/>
                </a:lnTo>
                <a:lnTo>
                  <a:pt x="1685289" y="967994"/>
                </a:lnTo>
                <a:lnTo>
                  <a:pt x="1674812" y="987488"/>
                </a:lnTo>
                <a:lnTo>
                  <a:pt x="1655317" y="997965"/>
                </a:lnTo>
                <a:lnTo>
                  <a:pt x="38163" y="998664"/>
                </a:lnTo>
                <a:lnTo>
                  <a:pt x="30670" y="997965"/>
                </a:lnTo>
                <a:lnTo>
                  <a:pt x="11175" y="987488"/>
                </a:lnTo>
                <a:lnTo>
                  <a:pt x="698" y="967994"/>
                </a:lnTo>
                <a:lnTo>
                  <a:pt x="0" y="960501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1"/>
                </a:lnTo>
                <a:lnTo>
                  <a:pt x="38163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56057" y="2524508"/>
            <a:ext cx="1685925" cy="987425"/>
          </a:xfrm>
          <a:custGeom>
            <a:avLst/>
            <a:gdLst/>
            <a:ahLst/>
            <a:cxnLst/>
            <a:rect l="l" t="t" r="r" b="b"/>
            <a:pathLst>
              <a:path w="1685925" h="987425">
                <a:moveTo>
                  <a:pt x="1648079" y="0"/>
                </a:moveTo>
                <a:lnTo>
                  <a:pt x="38100" y="0"/>
                </a:lnTo>
                <a:lnTo>
                  <a:pt x="23494" y="2920"/>
                </a:lnTo>
                <a:lnTo>
                  <a:pt x="6413" y="16954"/>
                </a:lnTo>
                <a:lnTo>
                  <a:pt x="0" y="38100"/>
                </a:lnTo>
                <a:lnTo>
                  <a:pt x="0" y="949198"/>
                </a:lnTo>
                <a:lnTo>
                  <a:pt x="762" y="956627"/>
                </a:lnTo>
                <a:lnTo>
                  <a:pt x="11175" y="976121"/>
                </a:lnTo>
                <a:lnTo>
                  <a:pt x="30606" y="986536"/>
                </a:lnTo>
                <a:lnTo>
                  <a:pt x="38100" y="987298"/>
                </a:lnTo>
                <a:lnTo>
                  <a:pt x="1648079" y="987298"/>
                </a:lnTo>
                <a:lnTo>
                  <a:pt x="1655571" y="986536"/>
                </a:lnTo>
                <a:lnTo>
                  <a:pt x="1675003" y="976121"/>
                </a:lnTo>
                <a:lnTo>
                  <a:pt x="1685353" y="956627"/>
                </a:lnTo>
                <a:lnTo>
                  <a:pt x="1685353" y="30606"/>
                </a:lnTo>
                <a:lnTo>
                  <a:pt x="1683258" y="23494"/>
                </a:lnTo>
                <a:lnTo>
                  <a:pt x="1669224" y="6413"/>
                </a:lnTo>
                <a:lnTo>
                  <a:pt x="1648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956436" y="2524888"/>
            <a:ext cx="1686560" cy="985519"/>
          </a:xfrm>
          <a:custGeom>
            <a:avLst/>
            <a:gdLst/>
            <a:ahLst/>
            <a:cxnLst/>
            <a:rect l="l" t="t" r="r" b="b"/>
            <a:pathLst>
              <a:path w="1686560" h="985520">
                <a:moveTo>
                  <a:pt x="28956" y="985265"/>
                </a:moveTo>
                <a:lnTo>
                  <a:pt x="11239" y="975360"/>
                </a:lnTo>
                <a:lnTo>
                  <a:pt x="825" y="955929"/>
                </a:lnTo>
                <a:lnTo>
                  <a:pt x="0" y="948436"/>
                </a:lnTo>
                <a:lnTo>
                  <a:pt x="0" y="38036"/>
                </a:lnTo>
                <a:lnTo>
                  <a:pt x="6476" y="16954"/>
                </a:lnTo>
                <a:lnTo>
                  <a:pt x="23558" y="2920"/>
                </a:lnTo>
                <a:lnTo>
                  <a:pt x="38163" y="0"/>
                </a:lnTo>
                <a:lnTo>
                  <a:pt x="1648142" y="0"/>
                </a:lnTo>
                <a:lnTo>
                  <a:pt x="1669288" y="6413"/>
                </a:lnTo>
                <a:lnTo>
                  <a:pt x="1683321" y="23494"/>
                </a:lnTo>
                <a:lnTo>
                  <a:pt x="1686305" y="38100"/>
                </a:lnTo>
                <a:lnTo>
                  <a:pt x="1686305" y="948436"/>
                </a:lnTo>
                <a:lnTo>
                  <a:pt x="1679828" y="969581"/>
                </a:lnTo>
                <a:lnTo>
                  <a:pt x="1662747" y="983614"/>
                </a:lnTo>
                <a:lnTo>
                  <a:pt x="1657350" y="985265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956054" y="600459"/>
            <a:ext cx="1706880" cy="390525"/>
          </a:xfrm>
          <a:custGeom>
            <a:avLst/>
            <a:gdLst/>
            <a:ahLst/>
            <a:cxnLst/>
            <a:rect l="l" t="t" r="r" b="b"/>
            <a:pathLst>
              <a:path w="1706879" h="390525">
                <a:moveTo>
                  <a:pt x="1668525" y="0"/>
                </a:moveTo>
                <a:lnTo>
                  <a:pt x="38100" y="0"/>
                </a:ln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8100" y="390017"/>
                </a:lnTo>
                <a:lnTo>
                  <a:pt x="1668525" y="390017"/>
                </a:lnTo>
                <a:lnTo>
                  <a:pt x="1683067" y="387096"/>
                </a:lnTo>
                <a:lnTo>
                  <a:pt x="1700212" y="373062"/>
                </a:lnTo>
                <a:lnTo>
                  <a:pt x="1706625" y="351917"/>
                </a:lnTo>
                <a:lnTo>
                  <a:pt x="1706625" y="38100"/>
                </a:lnTo>
                <a:lnTo>
                  <a:pt x="1703705" y="23495"/>
                </a:lnTo>
                <a:lnTo>
                  <a:pt x="1689671" y="6413"/>
                </a:lnTo>
                <a:lnTo>
                  <a:pt x="166852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957200" y="600840"/>
            <a:ext cx="1704975" cy="390525"/>
          </a:xfrm>
          <a:custGeom>
            <a:avLst/>
            <a:gdLst/>
            <a:ahLst/>
            <a:cxnLst/>
            <a:rect l="l" t="t" r="r" b="b"/>
            <a:pathLst>
              <a:path w="1704975" h="390525">
                <a:moveTo>
                  <a:pt x="1704466" y="360616"/>
                </a:moveTo>
                <a:lnTo>
                  <a:pt x="1694433" y="378777"/>
                </a:lnTo>
                <a:lnTo>
                  <a:pt x="1674939" y="389191"/>
                </a:lnTo>
                <a:lnTo>
                  <a:pt x="1667510" y="389953"/>
                </a:lnTo>
                <a:lnTo>
                  <a:pt x="38100" y="389953"/>
                </a:lnTo>
                <a:lnTo>
                  <a:pt x="16954" y="383539"/>
                </a:lnTo>
                <a:lnTo>
                  <a:pt x="2920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100" y="0"/>
                </a:lnTo>
                <a:lnTo>
                  <a:pt x="1667510" y="0"/>
                </a:lnTo>
                <a:lnTo>
                  <a:pt x="1688655" y="6413"/>
                </a:lnTo>
                <a:lnTo>
                  <a:pt x="1702689" y="23495"/>
                </a:lnTo>
                <a:lnTo>
                  <a:pt x="1704466" y="29337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5466591" y="600459"/>
            <a:ext cx="1706245" cy="390525"/>
          </a:xfrm>
          <a:custGeom>
            <a:avLst/>
            <a:gdLst/>
            <a:ahLst/>
            <a:cxnLst/>
            <a:rect l="l" t="t" r="r" b="b"/>
            <a:pathLst>
              <a:path w="1706245" h="390525">
                <a:moveTo>
                  <a:pt x="1667764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8100" y="390017"/>
                </a:lnTo>
                <a:lnTo>
                  <a:pt x="1667764" y="390017"/>
                </a:lnTo>
                <a:lnTo>
                  <a:pt x="1682305" y="387096"/>
                </a:lnTo>
                <a:lnTo>
                  <a:pt x="1699450" y="373062"/>
                </a:lnTo>
                <a:lnTo>
                  <a:pt x="1705864" y="351917"/>
                </a:lnTo>
                <a:lnTo>
                  <a:pt x="1705864" y="38100"/>
                </a:lnTo>
                <a:lnTo>
                  <a:pt x="1702942" y="23495"/>
                </a:lnTo>
                <a:lnTo>
                  <a:pt x="1688909" y="6413"/>
                </a:lnTo>
                <a:lnTo>
                  <a:pt x="1667764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5466972" y="600840"/>
            <a:ext cx="1704975" cy="390525"/>
          </a:xfrm>
          <a:custGeom>
            <a:avLst/>
            <a:gdLst/>
            <a:ahLst/>
            <a:cxnLst/>
            <a:rect l="l" t="t" r="r" b="b"/>
            <a:pathLst>
              <a:path w="1704975" h="390525">
                <a:moveTo>
                  <a:pt x="1704466" y="360616"/>
                </a:moveTo>
                <a:lnTo>
                  <a:pt x="1694433" y="378777"/>
                </a:lnTo>
                <a:lnTo>
                  <a:pt x="1674939" y="389191"/>
                </a:lnTo>
                <a:lnTo>
                  <a:pt x="38100" y="389953"/>
                </a:lnTo>
                <a:lnTo>
                  <a:pt x="30606" y="389191"/>
                </a:lnTo>
                <a:lnTo>
                  <a:pt x="11175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100" y="0"/>
                </a:lnTo>
                <a:lnTo>
                  <a:pt x="1667509" y="0"/>
                </a:lnTo>
                <a:lnTo>
                  <a:pt x="1688655" y="6413"/>
                </a:lnTo>
                <a:lnTo>
                  <a:pt x="1702688" y="23495"/>
                </a:lnTo>
                <a:lnTo>
                  <a:pt x="1704466" y="29337"/>
                </a:lnTo>
              </a:path>
            </a:pathLst>
          </a:custGeom>
          <a:ln w="19049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7220711" y="600459"/>
            <a:ext cx="1706880" cy="390525"/>
          </a:xfrm>
          <a:custGeom>
            <a:avLst/>
            <a:gdLst/>
            <a:ahLst/>
            <a:cxnLst/>
            <a:rect l="l" t="t" r="r" b="b"/>
            <a:pathLst>
              <a:path w="1706879" h="390525">
                <a:moveTo>
                  <a:pt x="16685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6" y="378841"/>
                </a:lnTo>
                <a:lnTo>
                  <a:pt x="30607" y="389255"/>
                </a:lnTo>
                <a:lnTo>
                  <a:pt x="38100" y="390017"/>
                </a:lnTo>
                <a:lnTo>
                  <a:pt x="1668526" y="390017"/>
                </a:lnTo>
                <a:lnTo>
                  <a:pt x="1683067" y="387096"/>
                </a:lnTo>
                <a:lnTo>
                  <a:pt x="1700212" y="373062"/>
                </a:lnTo>
                <a:lnTo>
                  <a:pt x="1706626" y="351917"/>
                </a:lnTo>
                <a:lnTo>
                  <a:pt x="1706626" y="38100"/>
                </a:lnTo>
                <a:lnTo>
                  <a:pt x="1703705" y="23495"/>
                </a:lnTo>
                <a:lnTo>
                  <a:pt x="1689671" y="6413"/>
                </a:lnTo>
                <a:lnTo>
                  <a:pt x="16685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7221093" y="600840"/>
            <a:ext cx="1705610" cy="390525"/>
          </a:xfrm>
          <a:custGeom>
            <a:avLst/>
            <a:gdLst/>
            <a:ahLst/>
            <a:cxnLst/>
            <a:rect l="l" t="t" r="r" b="b"/>
            <a:pathLst>
              <a:path w="1705609" h="390525">
                <a:moveTo>
                  <a:pt x="1705228" y="360616"/>
                </a:moveTo>
                <a:lnTo>
                  <a:pt x="1695196" y="378777"/>
                </a:lnTo>
                <a:lnTo>
                  <a:pt x="1675701" y="389191"/>
                </a:lnTo>
                <a:lnTo>
                  <a:pt x="38100" y="389953"/>
                </a:lnTo>
                <a:lnTo>
                  <a:pt x="30606" y="389191"/>
                </a:lnTo>
                <a:lnTo>
                  <a:pt x="11175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5" y="2921"/>
                </a:lnTo>
                <a:lnTo>
                  <a:pt x="38100" y="0"/>
                </a:lnTo>
                <a:lnTo>
                  <a:pt x="1668272" y="0"/>
                </a:lnTo>
                <a:lnTo>
                  <a:pt x="1689417" y="6413"/>
                </a:lnTo>
                <a:lnTo>
                  <a:pt x="1703451" y="23495"/>
                </a:lnTo>
                <a:lnTo>
                  <a:pt x="1705228" y="29337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3712464" y="600459"/>
            <a:ext cx="1706880" cy="390525"/>
          </a:xfrm>
          <a:custGeom>
            <a:avLst/>
            <a:gdLst/>
            <a:ahLst/>
            <a:cxnLst/>
            <a:rect l="l" t="t" r="r" b="b"/>
            <a:pathLst>
              <a:path w="1706879" h="390525">
                <a:moveTo>
                  <a:pt x="16685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8100" y="390017"/>
                </a:lnTo>
                <a:lnTo>
                  <a:pt x="1668526" y="390017"/>
                </a:lnTo>
                <a:lnTo>
                  <a:pt x="1683067" y="387096"/>
                </a:lnTo>
                <a:lnTo>
                  <a:pt x="1700212" y="373062"/>
                </a:lnTo>
                <a:lnTo>
                  <a:pt x="1706626" y="351917"/>
                </a:lnTo>
                <a:lnTo>
                  <a:pt x="1706626" y="38100"/>
                </a:lnTo>
                <a:lnTo>
                  <a:pt x="1703705" y="23495"/>
                </a:lnTo>
                <a:lnTo>
                  <a:pt x="1689671" y="6413"/>
                </a:lnTo>
                <a:lnTo>
                  <a:pt x="16685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3712846" y="600840"/>
            <a:ext cx="1705610" cy="390525"/>
          </a:xfrm>
          <a:custGeom>
            <a:avLst/>
            <a:gdLst/>
            <a:ahLst/>
            <a:cxnLst/>
            <a:rect l="l" t="t" r="r" b="b"/>
            <a:pathLst>
              <a:path w="1705610" h="390525">
                <a:moveTo>
                  <a:pt x="1705228" y="360616"/>
                </a:moveTo>
                <a:lnTo>
                  <a:pt x="1695195" y="378777"/>
                </a:lnTo>
                <a:lnTo>
                  <a:pt x="1675701" y="389191"/>
                </a:lnTo>
                <a:lnTo>
                  <a:pt x="1668271" y="389953"/>
                </a:lnTo>
                <a:lnTo>
                  <a:pt x="38100" y="389953"/>
                </a:lnTo>
                <a:lnTo>
                  <a:pt x="16954" y="383539"/>
                </a:lnTo>
                <a:lnTo>
                  <a:pt x="2920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100" y="0"/>
                </a:lnTo>
                <a:lnTo>
                  <a:pt x="1668271" y="0"/>
                </a:lnTo>
                <a:lnTo>
                  <a:pt x="1689417" y="6413"/>
                </a:lnTo>
                <a:lnTo>
                  <a:pt x="1703451" y="23495"/>
                </a:lnTo>
                <a:lnTo>
                  <a:pt x="1705228" y="29337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956054" y="2086358"/>
            <a:ext cx="1706880" cy="390525"/>
          </a:xfrm>
          <a:custGeom>
            <a:avLst/>
            <a:gdLst/>
            <a:ahLst/>
            <a:cxnLst/>
            <a:rect l="l" t="t" r="r" b="b"/>
            <a:pathLst>
              <a:path w="1706879" h="390525">
                <a:moveTo>
                  <a:pt x="1668525" y="0"/>
                </a:moveTo>
                <a:lnTo>
                  <a:pt x="38100" y="0"/>
                </a:lnTo>
                <a:lnTo>
                  <a:pt x="23494" y="2920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8100" y="390017"/>
                </a:lnTo>
                <a:lnTo>
                  <a:pt x="1668525" y="390017"/>
                </a:lnTo>
                <a:lnTo>
                  <a:pt x="1683067" y="387095"/>
                </a:lnTo>
                <a:lnTo>
                  <a:pt x="1700212" y="373062"/>
                </a:lnTo>
                <a:lnTo>
                  <a:pt x="1706625" y="351917"/>
                </a:lnTo>
                <a:lnTo>
                  <a:pt x="1706625" y="38100"/>
                </a:lnTo>
                <a:lnTo>
                  <a:pt x="1703705" y="23494"/>
                </a:lnTo>
                <a:lnTo>
                  <a:pt x="1689671" y="6413"/>
                </a:lnTo>
                <a:lnTo>
                  <a:pt x="166852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957200" y="2086739"/>
            <a:ext cx="1704975" cy="390525"/>
          </a:xfrm>
          <a:custGeom>
            <a:avLst/>
            <a:gdLst/>
            <a:ahLst/>
            <a:cxnLst/>
            <a:rect l="l" t="t" r="r" b="b"/>
            <a:pathLst>
              <a:path w="1704975" h="390525">
                <a:moveTo>
                  <a:pt x="1704466" y="360616"/>
                </a:moveTo>
                <a:lnTo>
                  <a:pt x="1694433" y="378777"/>
                </a:lnTo>
                <a:lnTo>
                  <a:pt x="1674939" y="389191"/>
                </a:lnTo>
                <a:lnTo>
                  <a:pt x="1667510" y="389953"/>
                </a:lnTo>
                <a:lnTo>
                  <a:pt x="38100" y="389953"/>
                </a:lnTo>
                <a:lnTo>
                  <a:pt x="16954" y="383539"/>
                </a:lnTo>
                <a:lnTo>
                  <a:pt x="2920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0"/>
                </a:lnTo>
                <a:lnTo>
                  <a:pt x="38100" y="0"/>
                </a:lnTo>
                <a:lnTo>
                  <a:pt x="1667510" y="0"/>
                </a:lnTo>
                <a:lnTo>
                  <a:pt x="1688655" y="6413"/>
                </a:lnTo>
                <a:lnTo>
                  <a:pt x="1702689" y="23494"/>
                </a:lnTo>
                <a:lnTo>
                  <a:pt x="1704466" y="29337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03454" y="600459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1648078" y="0"/>
                </a:moveTo>
                <a:lnTo>
                  <a:pt x="38106" y="0"/>
                </a:lnTo>
                <a:lnTo>
                  <a:pt x="23520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36" y="359410"/>
                </a:lnTo>
                <a:lnTo>
                  <a:pt x="11163" y="378841"/>
                </a:lnTo>
                <a:lnTo>
                  <a:pt x="30638" y="389255"/>
                </a:lnTo>
                <a:lnTo>
                  <a:pt x="38106" y="390017"/>
                </a:lnTo>
                <a:lnTo>
                  <a:pt x="1648078" y="390017"/>
                </a:lnTo>
                <a:lnTo>
                  <a:pt x="1655571" y="389255"/>
                </a:lnTo>
                <a:lnTo>
                  <a:pt x="1675002" y="378841"/>
                </a:lnTo>
                <a:lnTo>
                  <a:pt x="1685544" y="358648"/>
                </a:lnTo>
                <a:lnTo>
                  <a:pt x="1685544" y="31369"/>
                </a:lnTo>
                <a:lnTo>
                  <a:pt x="1683258" y="23495"/>
                </a:lnTo>
                <a:lnTo>
                  <a:pt x="1669224" y="6413"/>
                </a:lnTo>
                <a:lnTo>
                  <a:pt x="16480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04597" y="600840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38093" y="0"/>
                </a:moveTo>
                <a:lnTo>
                  <a:pt x="1647444" y="0"/>
                </a:lnTo>
                <a:lnTo>
                  <a:pt x="1654937" y="762"/>
                </a:lnTo>
                <a:lnTo>
                  <a:pt x="1674367" y="11175"/>
                </a:lnTo>
                <a:lnTo>
                  <a:pt x="1684782" y="30607"/>
                </a:lnTo>
                <a:lnTo>
                  <a:pt x="1685544" y="351853"/>
                </a:lnTo>
                <a:lnTo>
                  <a:pt x="1684782" y="359346"/>
                </a:lnTo>
                <a:lnTo>
                  <a:pt x="1674367" y="378777"/>
                </a:lnTo>
                <a:lnTo>
                  <a:pt x="1654937" y="389191"/>
                </a:lnTo>
                <a:lnTo>
                  <a:pt x="1647444" y="389953"/>
                </a:lnTo>
                <a:lnTo>
                  <a:pt x="38093" y="389953"/>
                </a:lnTo>
                <a:lnTo>
                  <a:pt x="16960" y="383539"/>
                </a:lnTo>
                <a:lnTo>
                  <a:pt x="2901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00" y="16954"/>
                </a:lnTo>
                <a:lnTo>
                  <a:pt x="23514" y="2921"/>
                </a:lnTo>
                <a:lnTo>
                  <a:pt x="38093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03454" y="3560828"/>
            <a:ext cx="4325620" cy="390525"/>
          </a:xfrm>
          <a:custGeom>
            <a:avLst/>
            <a:gdLst/>
            <a:ahLst/>
            <a:cxnLst/>
            <a:rect l="l" t="t" r="r" b="b"/>
            <a:pathLst>
              <a:path w="4325620" h="390525">
                <a:moveTo>
                  <a:pt x="4287520" y="0"/>
                </a:moveTo>
                <a:lnTo>
                  <a:pt x="38100" y="0"/>
                </a:lnTo>
                <a:lnTo>
                  <a:pt x="23520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36" y="359410"/>
                </a:lnTo>
                <a:lnTo>
                  <a:pt x="11163" y="378841"/>
                </a:lnTo>
                <a:lnTo>
                  <a:pt x="30632" y="389255"/>
                </a:lnTo>
                <a:lnTo>
                  <a:pt x="38100" y="390017"/>
                </a:lnTo>
                <a:lnTo>
                  <a:pt x="4287520" y="390017"/>
                </a:lnTo>
                <a:lnTo>
                  <a:pt x="4302125" y="387096"/>
                </a:lnTo>
                <a:lnTo>
                  <a:pt x="4319206" y="373062"/>
                </a:lnTo>
                <a:lnTo>
                  <a:pt x="4325620" y="351917"/>
                </a:lnTo>
                <a:lnTo>
                  <a:pt x="4325620" y="38100"/>
                </a:lnTo>
                <a:lnTo>
                  <a:pt x="4322699" y="23495"/>
                </a:lnTo>
                <a:lnTo>
                  <a:pt x="4308665" y="6413"/>
                </a:lnTo>
                <a:lnTo>
                  <a:pt x="4287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04599" y="3561208"/>
            <a:ext cx="4323715" cy="390525"/>
          </a:xfrm>
          <a:custGeom>
            <a:avLst/>
            <a:gdLst/>
            <a:ahLst/>
            <a:cxnLst/>
            <a:rect l="l" t="t" r="r" b="b"/>
            <a:pathLst>
              <a:path w="4323715" h="390525">
                <a:moveTo>
                  <a:pt x="4323524" y="357759"/>
                </a:moveTo>
                <a:lnTo>
                  <a:pt x="4312920" y="378777"/>
                </a:lnTo>
                <a:lnTo>
                  <a:pt x="4293489" y="389191"/>
                </a:lnTo>
                <a:lnTo>
                  <a:pt x="38087" y="389953"/>
                </a:lnTo>
                <a:lnTo>
                  <a:pt x="30626" y="389191"/>
                </a:lnTo>
                <a:lnTo>
                  <a:pt x="11156" y="378777"/>
                </a:lnTo>
                <a:lnTo>
                  <a:pt x="736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00" y="16954"/>
                </a:lnTo>
                <a:lnTo>
                  <a:pt x="23514" y="2921"/>
                </a:lnTo>
                <a:lnTo>
                  <a:pt x="38087" y="0"/>
                </a:lnTo>
                <a:lnTo>
                  <a:pt x="4285995" y="0"/>
                </a:lnTo>
                <a:lnTo>
                  <a:pt x="4307141" y="6413"/>
                </a:lnTo>
                <a:lnTo>
                  <a:pt x="4321175" y="23495"/>
                </a:lnTo>
                <a:lnTo>
                  <a:pt x="4323524" y="32194"/>
                </a:lnTo>
              </a:path>
            </a:pathLst>
          </a:custGeom>
          <a:ln w="19049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956057" y="600459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1648079" y="0"/>
                </a:moveTo>
                <a:lnTo>
                  <a:pt x="38100" y="0"/>
                </a:ln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8100" y="390017"/>
                </a:lnTo>
                <a:lnTo>
                  <a:pt x="1648079" y="390017"/>
                </a:lnTo>
                <a:lnTo>
                  <a:pt x="1655571" y="389255"/>
                </a:lnTo>
                <a:lnTo>
                  <a:pt x="1675003" y="378841"/>
                </a:lnTo>
                <a:lnTo>
                  <a:pt x="1685544" y="358648"/>
                </a:lnTo>
                <a:lnTo>
                  <a:pt x="1685544" y="31369"/>
                </a:lnTo>
                <a:lnTo>
                  <a:pt x="1683258" y="23495"/>
                </a:lnTo>
                <a:lnTo>
                  <a:pt x="1669224" y="6413"/>
                </a:lnTo>
                <a:lnTo>
                  <a:pt x="1648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957200" y="600840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38100" y="0"/>
                </a:moveTo>
                <a:lnTo>
                  <a:pt x="1647443" y="0"/>
                </a:lnTo>
                <a:lnTo>
                  <a:pt x="1654937" y="762"/>
                </a:lnTo>
                <a:lnTo>
                  <a:pt x="1674367" y="11175"/>
                </a:lnTo>
                <a:lnTo>
                  <a:pt x="1684781" y="30607"/>
                </a:lnTo>
                <a:lnTo>
                  <a:pt x="1685543" y="351853"/>
                </a:lnTo>
                <a:lnTo>
                  <a:pt x="1684781" y="359346"/>
                </a:lnTo>
                <a:lnTo>
                  <a:pt x="1674367" y="378777"/>
                </a:lnTo>
                <a:lnTo>
                  <a:pt x="1654937" y="389191"/>
                </a:lnTo>
                <a:lnTo>
                  <a:pt x="38100" y="389953"/>
                </a:lnTo>
                <a:lnTo>
                  <a:pt x="30606" y="389191"/>
                </a:lnTo>
                <a:lnTo>
                  <a:pt x="11175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5466591" y="600459"/>
            <a:ext cx="1685289" cy="390525"/>
          </a:xfrm>
          <a:custGeom>
            <a:avLst/>
            <a:gdLst/>
            <a:ahLst/>
            <a:cxnLst/>
            <a:rect l="l" t="t" r="r" b="b"/>
            <a:pathLst>
              <a:path w="1685290" h="390525">
                <a:moveTo>
                  <a:pt x="164731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8100" y="390017"/>
                </a:lnTo>
                <a:lnTo>
                  <a:pt x="1647316" y="390017"/>
                </a:lnTo>
                <a:lnTo>
                  <a:pt x="1654810" y="389255"/>
                </a:lnTo>
                <a:lnTo>
                  <a:pt x="1674240" y="378841"/>
                </a:lnTo>
                <a:lnTo>
                  <a:pt x="1684782" y="358648"/>
                </a:lnTo>
                <a:lnTo>
                  <a:pt x="1684782" y="31369"/>
                </a:lnTo>
                <a:lnTo>
                  <a:pt x="1682495" y="23495"/>
                </a:lnTo>
                <a:lnTo>
                  <a:pt x="1668462" y="6413"/>
                </a:lnTo>
                <a:lnTo>
                  <a:pt x="16473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5466972" y="600840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38100" y="0"/>
                </a:moveTo>
                <a:lnTo>
                  <a:pt x="1647444" y="0"/>
                </a:lnTo>
                <a:lnTo>
                  <a:pt x="1654936" y="762"/>
                </a:lnTo>
                <a:lnTo>
                  <a:pt x="1674367" y="11175"/>
                </a:lnTo>
                <a:lnTo>
                  <a:pt x="1684781" y="30607"/>
                </a:lnTo>
                <a:lnTo>
                  <a:pt x="1685544" y="351853"/>
                </a:lnTo>
                <a:lnTo>
                  <a:pt x="1684781" y="359346"/>
                </a:lnTo>
                <a:lnTo>
                  <a:pt x="1674367" y="378777"/>
                </a:lnTo>
                <a:lnTo>
                  <a:pt x="1654936" y="389191"/>
                </a:lnTo>
                <a:lnTo>
                  <a:pt x="38100" y="389953"/>
                </a:lnTo>
                <a:lnTo>
                  <a:pt x="30606" y="389191"/>
                </a:lnTo>
                <a:lnTo>
                  <a:pt x="11175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7220715" y="600459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1648079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6" y="378841"/>
                </a:lnTo>
                <a:lnTo>
                  <a:pt x="30607" y="389255"/>
                </a:lnTo>
                <a:lnTo>
                  <a:pt x="38100" y="390017"/>
                </a:lnTo>
                <a:lnTo>
                  <a:pt x="1648079" y="390017"/>
                </a:lnTo>
                <a:lnTo>
                  <a:pt x="1655572" y="389255"/>
                </a:lnTo>
                <a:lnTo>
                  <a:pt x="1675003" y="378841"/>
                </a:lnTo>
                <a:lnTo>
                  <a:pt x="1685544" y="358648"/>
                </a:lnTo>
                <a:lnTo>
                  <a:pt x="1685544" y="31369"/>
                </a:lnTo>
                <a:lnTo>
                  <a:pt x="1683258" y="23495"/>
                </a:lnTo>
                <a:lnTo>
                  <a:pt x="1669224" y="6413"/>
                </a:lnTo>
                <a:lnTo>
                  <a:pt x="1648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7221858" y="600840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38100" y="0"/>
                </a:moveTo>
                <a:lnTo>
                  <a:pt x="1647444" y="0"/>
                </a:lnTo>
                <a:lnTo>
                  <a:pt x="1654937" y="762"/>
                </a:lnTo>
                <a:lnTo>
                  <a:pt x="1674368" y="11175"/>
                </a:lnTo>
                <a:lnTo>
                  <a:pt x="1684781" y="30607"/>
                </a:lnTo>
                <a:lnTo>
                  <a:pt x="1685544" y="351853"/>
                </a:lnTo>
                <a:lnTo>
                  <a:pt x="1684781" y="359346"/>
                </a:lnTo>
                <a:lnTo>
                  <a:pt x="1674368" y="378777"/>
                </a:lnTo>
                <a:lnTo>
                  <a:pt x="1654937" y="389191"/>
                </a:lnTo>
                <a:lnTo>
                  <a:pt x="38100" y="389953"/>
                </a:lnTo>
                <a:lnTo>
                  <a:pt x="30606" y="389191"/>
                </a:lnTo>
                <a:lnTo>
                  <a:pt x="11175" y="378777"/>
                </a:lnTo>
                <a:lnTo>
                  <a:pt x="762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5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3712467" y="600459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1648078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8100" y="390017"/>
                </a:lnTo>
                <a:lnTo>
                  <a:pt x="1648078" y="390017"/>
                </a:lnTo>
                <a:lnTo>
                  <a:pt x="1655572" y="389255"/>
                </a:lnTo>
                <a:lnTo>
                  <a:pt x="1675002" y="378841"/>
                </a:lnTo>
                <a:lnTo>
                  <a:pt x="1685544" y="358648"/>
                </a:lnTo>
                <a:lnTo>
                  <a:pt x="1685544" y="31369"/>
                </a:lnTo>
                <a:lnTo>
                  <a:pt x="1683258" y="23495"/>
                </a:lnTo>
                <a:lnTo>
                  <a:pt x="1669224" y="6413"/>
                </a:lnTo>
                <a:lnTo>
                  <a:pt x="16480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3712848" y="600840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38100" y="0"/>
                </a:moveTo>
                <a:lnTo>
                  <a:pt x="1647443" y="0"/>
                </a:lnTo>
                <a:lnTo>
                  <a:pt x="1654937" y="762"/>
                </a:lnTo>
                <a:lnTo>
                  <a:pt x="1674367" y="11175"/>
                </a:lnTo>
                <a:lnTo>
                  <a:pt x="1684781" y="30607"/>
                </a:lnTo>
                <a:lnTo>
                  <a:pt x="1685543" y="351853"/>
                </a:lnTo>
                <a:lnTo>
                  <a:pt x="1684781" y="359346"/>
                </a:lnTo>
                <a:lnTo>
                  <a:pt x="1674367" y="378777"/>
                </a:lnTo>
                <a:lnTo>
                  <a:pt x="1654937" y="389191"/>
                </a:lnTo>
                <a:lnTo>
                  <a:pt x="38100" y="389953"/>
                </a:lnTo>
                <a:lnTo>
                  <a:pt x="30606" y="389191"/>
                </a:lnTo>
                <a:lnTo>
                  <a:pt x="11175" y="378777"/>
                </a:lnTo>
                <a:lnTo>
                  <a:pt x="762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956057" y="2086358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1648079" y="0"/>
                </a:moveTo>
                <a:lnTo>
                  <a:pt x="23494" y="2920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8100" y="390017"/>
                </a:lnTo>
                <a:lnTo>
                  <a:pt x="1648079" y="390017"/>
                </a:lnTo>
                <a:lnTo>
                  <a:pt x="1655571" y="389255"/>
                </a:lnTo>
                <a:lnTo>
                  <a:pt x="1675003" y="378841"/>
                </a:lnTo>
                <a:lnTo>
                  <a:pt x="1685544" y="358648"/>
                </a:lnTo>
                <a:lnTo>
                  <a:pt x="1685544" y="31368"/>
                </a:lnTo>
                <a:lnTo>
                  <a:pt x="1685417" y="30606"/>
                </a:lnTo>
                <a:lnTo>
                  <a:pt x="1675003" y="11175"/>
                </a:lnTo>
                <a:lnTo>
                  <a:pt x="1655571" y="762"/>
                </a:lnTo>
                <a:lnTo>
                  <a:pt x="1648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957200" y="2086739"/>
            <a:ext cx="1685925" cy="390525"/>
          </a:xfrm>
          <a:custGeom>
            <a:avLst/>
            <a:gdLst/>
            <a:ahLst/>
            <a:cxnLst/>
            <a:rect l="l" t="t" r="r" b="b"/>
            <a:pathLst>
              <a:path w="1685925" h="390525">
                <a:moveTo>
                  <a:pt x="38100" y="0"/>
                </a:moveTo>
                <a:lnTo>
                  <a:pt x="1647443" y="0"/>
                </a:lnTo>
                <a:lnTo>
                  <a:pt x="1654937" y="762"/>
                </a:lnTo>
                <a:lnTo>
                  <a:pt x="1674367" y="11175"/>
                </a:lnTo>
                <a:lnTo>
                  <a:pt x="1684781" y="30606"/>
                </a:lnTo>
                <a:lnTo>
                  <a:pt x="1685543" y="38100"/>
                </a:lnTo>
                <a:lnTo>
                  <a:pt x="1685543" y="351853"/>
                </a:lnTo>
                <a:lnTo>
                  <a:pt x="1679130" y="372999"/>
                </a:lnTo>
                <a:lnTo>
                  <a:pt x="1662049" y="387032"/>
                </a:lnTo>
                <a:lnTo>
                  <a:pt x="38100" y="389953"/>
                </a:lnTo>
                <a:lnTo>
                  <a:pt x="30606" y="389191"/>
                </a:lnTo>
                <a:lnTo>
                  <a:pt x="11175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0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23266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90" h="389890">
                <a:moveTo>
                  <a:pt x="351745" y="0"/>
                </a:moveTo>
                <a:lnTo>
                  <a:pt x="38093" y="0"/>
                </a:lnTo>
                <a:lnTo>
                  <a:pt x="23514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36" y="359410"/>
                </a:lnTo>
                <a:lnTo>
                  <a:pt x="11156" y="378841"/>
                </a:lnTo>
                <a:lnTo>
                  <a:pt x="30626" y="389255"/>
                </a:lnTo>
                <a:lnTo>
                  <a:pt x="36302" y="389826"/>
                </a:lnTo>
                <a:lnTo>
                  <a:pt x="353536" y="389826"/>
                </a:lnTo>
                <a:lnTo>
                  <a:pt x="366318" y="387096"/>
                </a:lnTo>
                <a:lnTo>
                  <a:pt x="383438" y="373062"/>
                </a:lnTo>
                <a:lnTo>
                  <a:pt x="389839" y="351917"/>
                </a:lnTo>
                <a:lnTo>
                  <a:pt x="389839" y="38100"/>
                </a:lnTo>
                <a:lnTo>
                  <a:pt x="386937" y="23495"/>
                </a:lnTo>
                <a:lnTo>
                  <a:pt x="372878" y="6413"/>
                </a:lnTo>
                <a:lnTo>
                  <a:pt x="35174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23647" y="600840"/>
            <a:ext cx="389890" cy="390525"/>
          </a:xfrm>
          <a:custGeom>
            <a:avLst/>
            <a:gdLst/>
            <a:ahLst/>
            <a:cxnLst/>
            <a:rect l="l" t="t" r="r" b="b"/>
            <a:pathLst>
              <a:path w="389890" h="390525">
                <a:moveTo>
                  <a:pt x="38042" y="0"/>
                </a:moveTo>
                <a:lnTo>
                  <a:pt x="351275" y="0"/>
                </a:lnTo>
                <a:lnTo>
                  <a:pt x="358730" y="762"/>
                </a:lnTo>
                <a:lnTo>
                  <a:pt x="378174" y="11175"/>
                </a:lnTo>
                <a:lnTo>
                  <a:pt x="388581" y="30607"/>
                </a:lnTo>
                <a:lnTo>
                  <a:pt x="389318" y="351853"/>
                </a:lnTo>
                <a:lnTo>
                  <a:pt x="388581" y="359346"/>
                </a:lnTo>
                <a:lnTo>
                  <a:pt x="378174" y="378777"/>
                </a:lnTo>
                <a:lnTo>
                  <a:pt x="358730" y="389191"/>
                </a:lnTo>
                <a:lnTo>
                  <a:pt x="351275" y="389953"/>
                </a:lnTo>
                <a:lnTo>
                  <a:pt x="38042" y="389953"/>
                </a:lnTo>
                <a:lnTo>
                  <a:pt x="16935" y="383539"/>
                </a:lnTo>
                <a:lnTo>
                  <a:pt x="2895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388" y="16954"/>
                </a:lnTo>
                <a:lnTo>
                  <a:pt x="23482" y="2921"/>
                </a:lnTo>
                <a:lnTo>
                  <a:pt x="38042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23266" y="356082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90" h="389889">
                <a:moveTo>
                  <a:pt x="351745" y="0"/>
                </a:moveTo>
                <a:lnTo>
                  <a:pt x="38093" y="0"/>
                </a:lnTo>
                <a:lnTo>
                  <a:pt x="23514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36" y="359410"/>
                </a:lnTo>
                <a:lnTo>
                  <a:pt x="11156" y="378841"/>
                </a:lnTo>
                <a:lnTo>
                  <a:pt x="30626" y="389255"/>
                </a:lnTo>
                <a:lnTo>
                  <a:pt x="36290" y="389826"/>
                </a:lnTo>
                <a:lnTo>
                  <a:pt x="353542" y="389826"/>
                </a:lnTo>
                <a:lnTo>
                  <a:pt x="366318" y="387096"/>
                </a:lnTo>
                <a:lnTo>
                  <a:pt x="383438" y="373062"/>
                </a:lnTo>
                <a:lnTo>
                  <a:pt x="389839" y="351917"/>
                </a:lnTo>
                <a:lnTo>
                  <a:pt x="389839" y="38100"/>
                </a:lnTo>
                <a:lnTo>
                  <a:pt x="386937" y="23495"/>
                </a:lnTo>
                <a:lnTo>
                  <a:pt x="372878" y="6413"/>
                </a:lnTo>
                <a:lnTo>
                  <a:pt x="35174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23647" y="3561208"/>
            <a:ext cx="389890" cy="390525"/>
          </a:xfrm>
          <a:custGeom>
            <a:avLst/>
            <a:gdLst/>
            <a:ahLst/>
            <a:cxnLst/>
            <a:rect l="l" t="t" r="r" b="b"/>
            <a:pathLst>
              <a:path w="389890" h="390525">
                <a:moveTo>
                  <a:pt x="38042" y="0"/>
                </a:moveTo>
                <a:lnTo>
                  <a:pt x="351275" y="0"/>
                </a:lnTo>
                <a:lnTo>
                  <a:pt x="358730" y="762"/>
                </a:lnTo>
                <a:lnTo>
                  <a:pt x="378174" y="11176"/>
                </a:lnTo>
                <a:lnTo>
                  <a:pt x="388581" y="30607"/>
                </a:lnTo>
                <a:lnTo>
                  <a:pt x="389318" y="351853"/>
                </a:lnTo>
                <a:lnTo>
                  <a:pt x="388581" y="359346"/>
                </a:lnTo>
                <a:lnTo>
                  <a:pt x="378174" y="378777"/>
                </a:lnTo>
                <a:lnTo>
                  <a:pt x="358730" y="389191"/>
                </a:lnTo>
                <a:lnTo>
                  <a:pt x="351275" y="389953"/>
                </a:lnTo>
                <a:lnTo>
                  <a:pt x="38042" y="389953"/>
                </a:lnTo>
                <a:lnTo>
                  <a:pt x="16935" y="383540"/>
                </a:lnTo>
                <a:lnTo>
                  <a:pt x="2895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388" y="16954"/>
                </a:lnTo>
                <a:lnTo>
                  <a:pt x="23482" y="2921"/>
                </a:lnTo>
                <a:lnTo>
                  <a:pt x="38042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975866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90">
                <a:moveTo>
                  <a:pt x="351726" y="0"/>
                </a:moveTo>
                <a:lnTo>
                  <a:pt x="38100" y="0"/>
                </a:ln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1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6321" y="389826"/>
                </a:lnTo>
                <a:lnTo>
                  <a:pt x="353567" y="389826"/>
                </a:lnTo>
                <a:lnTo>
                  <a:pt x="366331" y="387096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69" y="23495"/>
                </a:lnTo>
                <a:lnTo>
                  <a:pt x="372871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976247" y="600840"/>
            <a:ext cx="389890" cy="390525"/>
          </a:xfrm>
          <a:custGeom>
            <a:avLst/>
            <a:gdLst/>
            <a:ahLst/>
            <a:cxnLst/>
            <a:rect l="l" t="t" r="r" b="b"/>
            <a:pathLst>
              <a:path w="389889" h="390525">
                <a:moveTo>
                  <a:pt x="38036" y="0"/>
                </a:moveTo>
                <a:lnTo>
                  <a:pt x="351281" y="0"/>
                </a:lnTo>
                <a:lnTo>
                  <a:pt x="358711" y="762"/>
                </a:lnTo>
                <a:lnTo>
                  <a:pt x="378205" y="11175"/>
                </a:lnTo>
                <a:lnTo>
                  <a:pt x="388556" y="30607"/>
                </a:lnTo>
                <a:lnTo>
                  <a:pt x="389318" y="351853"/>
                </a:lnTo>
                <a:lnTo>
                  <a:pt x="388556" y="359346"/>
                </a:lnTo>
                <a:lnTo>
                  <a:pt x="378205" y="378777"/>
                </a:lnTo>
                <a:lnTo>
                  <a:pt x="358711" y="389191"/>
                </a:lnTo>
                <a:lnTo>
                  <a:pt x="38036" y="389953"/>
                </a:lnTo>
                <a:lnTo>
                  <a:pt x="30606" y="389191"/>
                </a:lnTo>
                <a:lnTo>
                  <a:pt x="11112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036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5485638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90">
                <a:moveTo>
                  <a:pt x="3517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6322" y="389826"/>
                </a:lnTo>
                <a:lnTo>
                  <a:pt x="353567" y="389826"/>
                </a:lnTo>
                <a:lnTo>
                  <a:pt x="366331" y="387096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05" y="23495"/>
                </a:lnTo>
                <a:lnTo>
                  <a:pt x="372872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5486022" y="60084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100" y="0"/>
                </a:moveTo>
                <a:lnTo>
                  <a:pt x="351980" y="0"/>
                </a:lnTo>
                <a:lnTo>
                  <a:pt x="359409" y="762"/>
                </a:lnTo>
                <a:lnTo>
                  <a:pt x="378904" y="11175"/>
                </a:lnTo>
                <a:lnTo>
                  <a:pt x="389318" y="30607"/>
                </a:lnTo>
                <a:lnTo>
                  <a:pt x="390080" y="351853"/>
                </a:lnTo>
                <a:lnTo>
                  <a:pt x="389318" y="359346"/>
                </a:lnTo>
                <a:lnTo>
                  <a:pt x="378904" y="378777"/>
                </a:lnTo>
                <a:lnTo>
                  <a:pt x="359409" y="389191"/>
                </a:lnTo>
                <a:lnTo>
                  <a:pt x="351980" y="389953"/>
                </a:lnTo>
                <a:lnTo>
                  <a:pt x="38100" y="389953"/>
                </a:lnTo>
                <a:lnTo>
                  <a:pt x="16954" y="383539"/>
                </a:lnTo>
                <a:lnTo>
                  <a:pt x="2920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7240524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90" h="389890">
                <a:moveTo>
                  <a:pt x="3517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1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6322" y="389826"/>
                </a:lnTo>
                <a:lnTo>
                  <a:pt x="353504" y="389826"/>
                </a:lnTo>
                <a:lnTo>
                  <a:pt x="366331" y="387096"/>
                </a:lnTo>
                <a:lnTo>
                  <a:pt x="383412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05" y="23495"/>
                </a:lnTo>
                <a:lnTo>
                  <a:pt x="372872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7240905" y="600840"/>
            <a:ext cx="389890" cy="390525"/>
          </a:xfrm>
          <a:custGeom>
            <a:avLst/>
            <a:gdLst/>
            <a:ahLst/>
            <a:cxnLst/>
            <a:rect l="l" t="t" r="r" b="b"/>
            <a:pathLst>
              <a:path w="389890" h="390525">
                <a:moveTo>
                  <a:pt x="38036" y="0"/>
                </a:moveTo>
                <a:lnTo>
                  <a:pt x="351281" y="0"/>
                </a:lnTo>
                <a:lnTo>
                  <a:pt x="358711" y="762"/>
                </a:lnTo>
                <a:lnTo>
                  <a:pt x="378205" y="11175"/>
                </a:lnTo>
                <a:lnTo>
                  <a:pt x="388556" y="30607"/>
                </a:lnTo>
                <a:lnTo>
                  <a:pt x="389318" y="351853"/>
                </a:lnTo>
                <a:lnTo>
                  <a:pt x="388556" y="359346"/>
                </a:lnTo>
                <a:lnTo>
                  <a:pt x="378205" y="378777"/>
                </a:lnTo>
                <a:lnTo>
                  <a:pt x="358711" y="389191"/>
                </a:lnTo>
                <a:lnTo>
                  <a:pt x="38036" y="389953"/>
                </a:lnTo>
                <a:lnTo>
                  <a:pt x="30606" y="389191"/>
                </a:lnTo>
                <a:lnTo>
                  <a:pt x="11112" y="378777"/>
                </a:lnTo>
                <a:lnTo>
                  <a:pt x="762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5" y="2921"/>
                </a:lnTo>
                <a:lnTo>
                  <a:pt x="38036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3732276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90">
                <a:moveTo>
                  <a:pt x="3517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6322" y="389826"/>
                </a:lnTo>
                <a:lnTo>
                  <a:pt x="353568" y="389826"/>
                </a:lnTo>
                <a:lnTo>
                  <a:pt x="366331" y="387096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05" y="23495"/>
                </a:lnTo>
                <a:lnTo>
                  <a:pt x="372872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3732657" y="600840"/>
            <a:ext cx="389890" cy="390525"/>
          </a:xfrm>
          <a:custGeom>
            <a:avLst/>
            <a:gdLst/>
            <a:ahLst/>
            <a:cxnLst/>
            <a:rect l="l" t="t" r="r" b="b"/>
            <a:pathLst>
              <a:path w="389889" h="390525">
                <a:moveTo>
                  <a:pt x="38036" y="0"/>
                </a:moveTo>
                <a:lnTo>
                  <a:pt x="351281" y="0"/>
                </a:lnTo>
                <a:lnTo>
                  <a:pt x="358711" y="762"/>
                </a:lnTo>
                <a:lnTo>
                  <a:pt x="378205" y="11175"/>
                </a:lnTo>
                <a:lnTo>
                  <a:pt x="388556" y="30607"/>
                </a:lnTo>
                <a:lnTo>
                  <a:pt x="389318" y="351853"/>
                </a:lnTo>
                <a:lnTo>
                  <a:pt x="388556" y="359346"/>
                </a:lnTo>
                <a:lnTo>
                  <a:pt x="378205" y="378777"/>
                </a:lnTo>
                <a:lnTo>
                  <a:pt x="358711" y="389191"/>
                </a:lnTo>
                <a:lnTo>
                  <a:pt x="38036" y="389953"/>
                </a:lnTo>
                <a:lnTo>
                  <a:pt x="30606" y="389191"/>
                </a:lnTo>
                <a:lnTo>
                  <a:pt x="11112" y="378777"/>
                </a:lnTo>
                <a:lnTo>
                  <a:pt x="762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036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975866" y="2086355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351726" y="0"/>
                </a:moveTo>
                <a:lnTo>
                  <a:pt x="23494" y="2920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1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6321" y="389826"/>
                </a:lnTo>
                <a:lnTo>
                  <a:pt x="353504" y="389826"/>
                </a:lnTo>
                <a:lnTo>
                  <a:pt x="366331" y="387095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9127" y="30606"/>
                </a:lnTo>
                <a:lnTo>
                  <a:pt x="378650" y="11175"/>
                </a:lnTo>
                <a:lnTo>
                  <a:pt x="359219" y="762"/>
                </a:lnTo>
                <a:lnTo>
                  <a:pt x="35172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976247" y="2086739"/>
            <a:ext cx="389890" cy="390525"/>
          </a:xfrm>
          <a:custGeom>
            <a:avLst/>
            <a:gdLst/>
            <a:ahLst/>
            <a:cxnLst/>
            <a:rect l="l" t="t" r="r" b="b"/>
            <a:pathLst>
              <a:path w="389889" h="390525">
                <a:moveTo>
                  <a:pt x="38036" y="0"/>
                </a:moveTo>
                <a:lnTo>
                  <a:pt x="351281" y="0"/>
                </a:lnTo>
                <a:lnTo>
                  <a:pt x="358711" y="762"/>
                </a:lnTo>
                <a:lnTo>
                  <a:pt x="378205" y="11175"/>
                </a:lnTo>
                <a:lnTo>
                  <a:pt x="388556" y="30606"/>
                </a:lnTo>
                <a:lnTo>
                  <a:pt x="389318" y="351853"/>
                </a:lnTo>
                <a:lnTo>
                  <a:pt x="388556" y="359346"/>
                </a:lnTo>
                <a:lnTo>
                  <a:pt x="378205" y="378777"/>
                </a:lnTo>
                <a:lnTo>
                  <a:pt x="358711" y="389191"/>
                </a:lnTo>
                <a:lnTo>
                  <a:pt x="38036" y="389953"/>
                </a:lnTo>
                <a:lnTo>
                  <a:pt x="30606" y="389191"/>
                </a:lnTo>
                <a:lnTo>
                  <a:pt x="11112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0"/>
                </a:lnTo>
                <a:lnTo>
                  <a:pt x="38036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203454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90" h="389890">
                <a:moveTo>
                  <a:pt x="351739" y="0"/>
                </a:moveTo>
                <a:lnTo>
                  <a:pt x="38093" y="0"/>
                </a:lnTo>
                <a:lnTo>
                  <a:pt x="23514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36" y="359410"/>
                </a:lnTo>
                <a:lnTo>
                  <a:pt x="11156" y="378841"/>
                </a:lnTo>
                <a:lnTo>
                  <a:pt x="30626" y="389255"/>
                </a:lnTo>
                <a:lnTo>
                  <a:pt x="36302" y="389826"/>
                </a:lnTo>
                <a:lnTo>
                  <a:pt x="353536" y="389826"/>
                </a:lnTo>
                <a:lnTo>
                  <a:pt x="366318" y="387096"/>
                </a:lnTo>
                <a:lnTo>
                  <a:pt x="383438" y="373062"/>
                </a:lnTo>
                <a:lnTo>
                  <a:pt x="389839" y="351917"/>
                </a:lnTo>
                <a:lnTo>
                  <a:pt x="389839" y="38100"/>
                </a:lnTo>
                <a:lnTo>
                  <a:pt x="386937" y="23495"/>
                </a:lnTo>
                <a:lnTo>
                  <a:pt x="372878" y="6413"/>
                </a:lnTo>
                <a:lnTo>
                  <a:pt x="351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203838" y="60084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119" y="0"/>
                </a:moveTo>
                <a:lnTo>
                  <a:pt x="351961" y="0"/>
                </a:lnTo>
                <a:lnTo>
                  <a:pt x="359435" y="762"/>
                </a:lnTo>
                <a:lnTo>
                  <a:pt x="378917" y="11175"/>
                </a:lnTo>
                <a:lnTo>
                  <a:pt x="389337" y="30607"/>
                </a:lnTo>
                <a:lnTo>
                  <a:pt x="390080" y="351853"/>
                </a:lnTo>
                <a:lnTo>
                  <a:pt x="389337" y="359346"/>
                </a:lnTo>
                <a:lnTo>
                  <a:pt x="378917" y="378777"/>
                </a:lnTo>
                <a:lnTo>
                  <a:pt x="359435" y="389191"/>
                </a:lnTo>
                <a:lnTo>
                  <a:pt x="38119" y="389953"/>
                </a:lnTo>
                <a:lnTo>
                  <a:pt x="30645" y="389191"/>
                </a:lnTo>
                <a:lnTo>
                  <a:pt x="11163" y="378777"/>
                </a:lnTo>
                <a:lnTo>
                  <a:pt x="736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00" y="16954"/>
                </a:lnTo>
                <a:lnTo>
                  <a:pt x="23526" y="2921"/>
                </a:lnTo>
                <a:lnTo>
                  <a:pt x="38119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203454" y="356082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90" h="389889">
                <a:moveTo>
                  <a:pt x="351739" y="0"/>
                </a:moveTo>
                <a:lnTo>
                  <a:pt x="38093" y="0"/>
                </a:lnTo>
                <a:lnTo>
                  <a:pt x="23514" y="2921"/>
                </a:lnTo>
                <a:lnTo>
                  <a:pt x="6400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36" y="359410"/>
                </a:lnTo>
                <a:lnTo>
                  <a:pt x="11156" y="378841"/>
                </a:lnTo>
                <a:lnTo>
                  <a:pt x="30626" y="389255"/>
                </a:lnTo>
                <a:lnTo>
                  <a:pt x="36290" y="389826"/>
                </a:lnTo>
                <a:lnTo>
                  <a:pt x="353542" y="389826"/>
                </a:lnTo>
                <a:lnTo>
                  <a:pt x="366318" y="387096"/>
                </a:lnTo>
                <a:lnTo>
                  <a:pt x="383438" y="373062"/>
                </a:lnTo>
                <a:lnTo>
                  <a:pt x="389839" y="351917"/>
                </a:lnTo>
                <a:lnTo>
                  <a:pt x="389839" y="38100"/>
                </a:lnTo>
                <a:lnTo>
                  <a:pt x="386937" y="23495"/>
                </a:lnTo>
                <a:lnTo>
                  <a:pt x="372878" y="6413"/>
                </a:lnTo>
                <a:lnTo>
                  <a:pt x="351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203838" y="3561208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119" y="0"/>
                </a:moveTo>
                <a:lnTo>
                  <a:pt x="351961" y="0"/>
                </a:lnTo>
                <a:lnTo>
                  <a:pt x="359435" y="762"/>
                </a:lnTo>
                <a:lnTo>
                  <a:pt x="378917" y="11176"/>
                </a:lnTo>
                <a:lnTo>
                  <a:pt x="389337" y="30607"/>
                </a:lnTo>
                <a:lnTo>
                  <a:pt x="390080" y="351853"/>
                </a:lnTo>
                <a:lnTo>
                  <a:pt x="389337" y="359346"/>
                </a:lnTo>
                <a:lnTo>
                  <a:pt x="378917" y="378777"/>
                </a:lnTo>
                <a:lnTo>
                  <a:pt x="359435" y="389191"/>
                </a:lnTo>
                <a:lnTo>
                  <a:pt x="38119" y="389953"/>
                </a:lnTo>
                <a:lnTo>
                  <a:pt x="30645" y="389191"/>
                </a:lnTo>
                <a:lnTo>
                  <a:pt x="11163" y="378777"/>
                </a:lnTo>
                <a:lnTo>
                  <a:pt x="736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00" y="16954"/>
                </a:lnTo>
                <a:lnTo>
                  <a:pt x="23526" y="2921"/>
                </a:lnTo>
                <a:lnTo>
                  <a:pt x="38119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956054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90">
                <a:moveTo>
                  <a:pt x="351726" y="0"/>
                </a:moveTo>
                <a:lnTo>
                  <a:pt x="38100" y="0"/>
                </a:lnTo>
                <a:lnTo>
                  <a:pt x="23494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6321" y="389826"/>
                </a:lnTo>
                <a:lnTo>
                  <a:pt x="353568" y="389826"/>
                </a:lnTo>
                <a:lnTo>
                  <a:pt x="366331" y="387096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69" y="23495"/>
                </a:lnTo>
                <a:lnTo>
                  <a:pt x="372871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56438" y="60084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100" y="0"/>
                </a:moveTo>
                <a:lnTo>
                  <a:pt x="351980" y="0"/>
                </a:lnTo>
                <a:lnTo>
                  <a:pt x="359409" y="762"/>
                </a:lnTo>
                <a:lnTo>
                  <a:pt x="378904" y="11175"/>
                </a:lnTo>
                <a:lnTo>
                  <a:pt x="389318" y="30607"/>
                </a:lnTo>
                <a:lnTo>
                  <a:pt x="390080" y="351853"/>
                </a:lnTo>
                <a:lnTo>
                  <a:pt x="389318" y="359346"/>
                </a:lnTo>
                <a:lnTo>
                  <a:pt x="378904" y="378777"/>
                </a:lnTo>
                <a:lnTo>
                  <a:pt x="359409" y="389191"/>
                </a:lnTo>
                <a:lnTo>
                  <a:pt x="351980" y="389953"/>
                </a:lnTo>
                <a:lnTo>
                  <a:pt x="38100" y="389953"/>
                </a:lnTo>
                <a:lnTo>
                  <a:pt x="16954" y="383539"/>
                </a:lnTo>
                <a:lnTo>
                  <a:pt x="2920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5466588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90">
                <a:moveTo>
                  <a:pt x="3517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6322" y="389826"/>
                </a:lnTo>
                <a:lnTo>
                  <a:pt x="353504" y="389826"/>
                </a:lnTo>
                <a:lnTo>
                  <a:pt x="366331" y="387096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05" y="23495"/>
                </a:lnTo>
                <a:lnTo>
                  <a:pt x="372872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5466969" y="600840"/>
            <a:ext cx="389890" cy="390525"/>
          </a:xfrm>
          <a:custGeom>
            <a:avLst/>
            <a:gdLst/>
            <a:ahLst/>
            <a:cxnLst/>
            <a:rect l="l" t="t" r="r" b="b"/>
            <a:pathLst>
              <a:path w="389889" h="390525">
                <a:moveTo>
                  <a:pt x="38036" y="0"/>
                </a:moveTo>
                <a:lnTo>
                  <a:pt x="351281" y="0"/>
                </a:lnTo>
                <a:lnTo>
                  <a:pt x="358711" y="762"/>
                </a:lnTo>
                <a:lnTo>
                  <a:pt x="378205" y="11175"/>
                </a:lnTo>
                <a:lnTo>
                  <a:pt x="388556" y="30607"/>
                </a:lnTo>
                <a:lnTo>
                  <a:pt x="389318" y="351853"/>
                </a:lnTo>
                <a:lnTo>
                  <a:pt x="388556" y="359346"/>
                </a:lnTo>
                <a:lnTo>
                  <a:pt x="378205" y="378777"/>
                </a:lnTo>
                <a:lnTo>
                  <a:pt x="358711" y="389191"/>
                </a:lnTo>
                <a:lnTo>
                  <a:pt x="351281" y="389953"/>
                </a:lnTo>
                <a:lnTo>
                  <a:pt x="38036" y="389953"/>
                </a:lnTo>
                <a:lnTo>
                  <a:pt x="16954" y="383539"/>
                </a:lnTo>
                <a:lnTo>
                  <a:pt x="2920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494" y="2921"/>
                </a:lnTo>
                <a:lnTo>
                  <a:pt x="38036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7220712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90" h="389890">
                <a:moveTo>
                  <a:pt x="3517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6" y="378841"/>
                </a:lnTo>
                <a:lnTo>
                  <a:pt x="30607" y="389255"/>
                </a:lnTo>
                <a:lnTo>
                  <a:pt x="36322" y="389826"/>
                </a:lnTo>
                <a:lnTo>
                  <a:pt x="353568" y="389826"/>
                </a:lnTo>
                <a:lnTo>
                  <a:pt x="366331" y="387096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05" y="23495"/>
                </a:lnTo>
                <a:lnTo>
                  <a:pt x="372872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7221096" y="60084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100" y="0"/>
                </a:moveTo>
                <a:lnTo>
                  <a:pt x="351980" y="0"/>
                </a:lnTo>
                <a:lnTo>
                  <a:pt x="359409" y="762"/>
                </a:lnTo>
                <a:lnTo>
                  <a:pt x="378904" y="11175"/>
                </a:lnTo>
                <a:lnTo>
                  <a:pt x="389318" y="30607"/>
                </a:lnTo>
                <a:lnTo>
                  <a:pt x="390080" y="351853"/>
                </a:lnTo>
                <a:lnTo>
                  <a:pt x="389318" y="359346"/>
                </a:lnTo>
                <a:lnTo>
                  <a:pt x="378904" y="378777"/>
                </a:lnTo>
                <a:lnTo>
                  <a:pt x="359409" y="389191"/>
                </a:lnTo>
                <a:lnTo>
                  <a:pt x="38100" y="389953"/>
                </a:lnTo>
                <a:lnTo>
                  <a:pt x="30670" y="389191"/>
                </a:lnTo>
                <a:lnTo>
                  <a:pt x="11175" y="378777"/>
                </a:lnTo>
                <a:lnTo>
                  <a:pt x="761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3712464" y="600456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90">
                <a:moveTo>
                  <a:pt x="351726" y="0"/>
                </a:moveTo>
                <a:lnTo>
                  <a:pt x="38100" y="0"/>
                </a:lnTo>
                <a:lnTo>
                  <a:pt x="23495" y="2921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7" y="389255"/>
                </a:lnTo>
                <a:lnTo>
                  <a:pt x="36322" y="389826"/>
                </a:lnTo>
                <a:lnTo>
                  <a:pt x="353568" y="389826"/>
                </a:lnTo>
                <a:lnTo>
                  <a:pt x="366331" y="387096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6905" y="23495"/>
                </a:lnTo>
                <a:lnTo>
                  <a:pt x="372872" y="6413"/>
                </a:lnTo>
                <a:lnTo>
                  <a:pt x="351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3712848" y="60084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100" y="0"/>
                </a:moveTo>
                <a:lnTo>
                  <a:pt x="351980" y="0"/>
                </a:lnTo>
                <a:lnTo>
                  <a:pt x="359409" y="762"/>
                </a:lnTo>
                <a:lnTo>
                  <a:pt x="378904" y="11175"/>
                </a:lnTo>
                <a:lnTo>
                  <a:pt x="389318" y="30607"/>
                </a:lnTo>
                <a:lnTo>
                  <a:pt x="390080" y="351853"/>
                </a:lnTo>
                <a:lnTo>
                  <a:pt x="389318" y="359346"/>
                </a:lnTo>
                <a:lnTo>
                  <a:pt x="378904" y="378777"/>
                </a:lnTo>
                <a:lnTo>
                  <a:pt x="359409" y="389191"/>
                </a:lnTo>
                <a:lnTo>
                  <a:pt x="38100" y="389953"/>
                </a:lnTo>
                <a:lnTo>
                  <a:pt x="30670" y="389191"/>
                </a:lnTo>
                <a:lnTo>
                  <a:pt x="11175" y="378777"/>
                </a:lnTo>
                <a:lnTo>
                  <a:pt x="762" y="359346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1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56054" y="2086355"/>
            <a:ext cx="389890" cy="389889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351726" y="0"/>
                </a:moveTo>
                <a:lnTo>
                  <a:pt x="23494" y="2920"/>
                </a:lnTo>
                <a:lnTo>
                  <a:pt x="6413" y="16954"/>
                </a:lnTo>
                <a:lnTo>
                  <a:pt x="0" y="38100"/>
                </a:lnTo>
                <a:lnTo>
                  <a:pt x="0" y="351917"/>
                </a:lnTo>
                <a:lnTo>
                  <a:pt x="762" y="359410"/>
                </a:lnTo>
                <a:lnTo>
                  <a:pt x="11175" y="378841"/>
                </a:lnTo>
                <a:lnTo>
                  <a:pt x="30606" y="389255"/>
                </a:lnTo>
                <a:lnTo>
                  <a:pt x="36321" y="389826"/>
                </a:lnTo>
                <a:lnTo>
                  <a:pt x="353504" y="389826"/>
                </a:lnTo>
                <a:lnTo>
                  <a:pt x="366331" y="387095"/>
                </a:lnTo>
                <a:lnTo>
                  <a:pt x="383413" y="373062"/>
                </a:lnTo>
                <a:lnTo>
                  <a:pt x="389826" y="351917"/>
                </a:lnTo>
                <a:lnTo>
                  <a:pt x="389826" y="38100"/>
                </a:lnTo>
                <a:lnTo>
                  <a:pt x="389127" y="30606"/>
                </a:lnTo>
                <a:lnTo>
                  <a:pt x="378650" y="11175"/>
                </a:lnTo>
                <a:lnTo>
                  <a:pt x="359219" y="762"/>
                </a:lnTo>
                <a:lnTo>
                  <a:pt x="351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56438" y="2086739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8100" y="0"/>
                </a:moveTo>
                <a:lnTo>
                  <a:pt x="351980" y="0"/>
                </a:lnTo>
                <a:lnTo>
                  <a:pt x="359409" y="762"/>
                </a:lnTo>
                <a:lnTo>
                  <a:pt x="378904" y="11175"/>
                </a:lnTo>
                <a:lnTo>
                  <a:pt x="389318" y="30606"/>
                </a:lnTo>
                <a:lnTo>
                  <a:pt x="390080" y="351853"/>
                </a:lnTo>
                <a:lnTo>
                  <a:pt x="389318" y="359346"/>
                </a:lnTo>
                <a:lnTo>
                  <a:pt x="378904" y="378777"/>
                </a:lnTo>
                <a:lnTo>
                  <a:pt x="359409" y="389191"/>
                </a:lnTo>
                <a:lnTo>
                  <a:pt x="351980" y="389953"/>
                </a:lnTo>
                <a:lnTo>
                  <a:pt x="38100" y="389953"/>
                </a:lnTo>
                <a:lnTo>
                  <a:pt x="16954" y="383539"/>
                </a:lnTo>
                <a:lnTo>
                  <a:pt x="2920" y="366458"/>
                </a:lnTo>
                <a:lnTo>
                  <a:pt x="0" y="351853"/>
                </a:lnTo>
                <a:lnTo>
                  <a:pt x="0" y="38100"/>
                </a:lnTo>
                <a:lnTo>
                  <a:pt x="6413" y="16954"/>
                </a:lnTo>
                <a:lnTo>
                  <a:pt x="23558" y="2920"/>
                </a:lnTo>
                <a:lnTo>
                  <a:pt x="38100" y="0"/>
                </a:lnTo>
              </a:path>
            </a:pathLst>
          </a:custGeom>
          <a:ln w="19050">
            <a:solidFill>
              <a:srgbClr val="48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9" name="bg object 9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6418" y="672086"/>
            <a:ext cx="204216" cy="105917"/>
          </a:xfrm>
          <a:prstGeom prst="rect">
            <a:avLst/>
          </a:prstGeom>
        </p:spPr>
      </p:pic>
      <p:pic>
        <p:nvPicPr>
          <p:cNvPr id="100" name="bg object 10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516" y="844297"/>
            <a:ext cx="160762" cy="56387"/>
          </a:xfrm>
          <a:prstGeom prst="rect">
            <a:avLst/>
          </a:prstGeom>
        </p:spPr>
      </p:pic>
      <p:sp>
        <p:nvSpPr>
          <p:cNvPr id="101" name="bg object 101"/>
          <p:cNvSpPr/>
          <p:nvPr/>
        </p:nvSpPr>
        <p:spPr>
          <a:xfrm>
            <a:off x="326136" y="685037"/>
            <a:ext cx="146050" cy="36829"/>
          </a:xfrm>
          <a:custGeom>
            <a:avLst/>
            <a:gdLst/>
            <a:ahLst/>
            <a:cxnLst/>
            <a:rect l="l" t="t" r="r" b="b"/>
            <a:pathLst>
              <a:path w="146050" h="36829">
                <a:moveTo>
                  <a:pt x="72707" y="0"/>
                </a:moveTo>
                <a:lnTo>
                  <a:pt x="34493" y="7365"/>
                </a:lnTo>
                <a:lnTo>
                  <a:pt x="50" y="30225"/>
                </a:lnTo>
                <a:lnTo>
                  <a:pt x="0" y="33020"/>
                </a:lnTo>
                <a:lnTo>
                  <a:pt x="3403" y="36512"/>
                </a:lnTo>
                <a:lnTo>
                  <a:pt x="6235" y="36575"/>
                </a:lnTo>
                <a:lnTo>
                  <a:pt x="7988" y="34861"/>
                </a:lnTo>
                <a:lnTo>
                  <a:pt x="22085" y="23749"/>
                </a:lnTo>
                <a:lnTo>
                  <a:pt x="37839" y="15557"/>
                </a:lnTo>
                <a:lnTo>
                  <a:pt x="54864" y="10540"/>
                </a:lnTo>
                <a:lnTo>
                  <a:pt x="72758" y="8826"/>
                </a:lnTo>
                <a:lnTo>
                  <a:pt x="90658" y="10540"/>
                </a:lnTo>
                <a:lnTo>
                  <a:pt x="107676" y="15557"/>
                </a:lnTo>
                <a:lnTo>
                  <a:pt x="123437" y="23749"/>
                </a:lnTo>
                <a:lnTo>
                  <a:pt x="137534" y="34925"/>
                </a:lnTo>
                <a:lnTo>
                  <a:pt x="138410" y="35750"/>
                </a:lnTo>
                <a:lnTo>
                  <a:pt x="139541" y="36131"/>
                </a:lnTo>
                <a:lnTo>
                  <a:pt x="141757" y="36131"/>
                </a:lnTo>
                <a:lnTo>
                  <a:pt x="142944" y="35687"/>
                </a:lnTo>
                <a:lnTo>
                  <a:pt x="145472" y="33020"/>
                </a:lnTo>
                <a:lnTo>
                  <a:pt x="143668" y="28511"/>
                </a:lnTo>
                <a:lnTo>
                  <a:pt x="128231" y="16319"/>
                </a:lnTo>
                <a:lnTo>
                  <a:pt x="110972" y="7365"/>
                </a:lnTo>
                <a:lnTo>
                  <a:pt x="92316" y="1841"/>
                </a:lnTo>
                <a:lnTo>
                  <a:pt x="72707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275082" y="822962"/>
            <a:ext cx="96520" cy="26669"/>
          </a:xfrm>
          <a:custGeom>
            <a:avLst/>
            <a:gdLst/>
            <a:ahLst/>
            <a:cxnLst/>
            <a:rect l="l" t="t" r="r" b="b"/>
            <a:pathLst>
              <a:path w="96520" h="26669">
                <a:moveTo>
                  <a:pt x="95338" y="0"/>
                </a:moveTo>
                <a:lnTo>
                  <a:pt x="1130" y="0"/>
                </a:lnTo>
                <a:lnTo>
                  <a:pt x="0" y="5016"/>
                </a:lnTo>
                <a:lnTo>
                  <a:pt x="69" y="13080"/>
                </a:lnTo>
                <a:lnTo>
                  <a:pt x="3460" y="20002"/>
                </a:lnTo>
                <a:lnTo>
                  <a:pt x="9429" y="24828"/>
                </a:lnTo>
                <a:lnTo>
                  <a:pt x="17233" y="26606"/>
                </a:lnTo>
                <a:lnTo>
                  <a:pt x="79235" y="26606"/>
                </a:lnTo>
                <a:lnTo>
                  <a:pt x="87052" y="24828"/>
                </a:lnTo>
                <a:lnTo>
                  <a:pt x="93021" y="20002"/>
                </a:lnTo>
                <a:lnTo>
                  <a:pt x="96405" y="13080"/>
                </a:lnTo>
                <a:lnTo>
                  <a:pt x="96462" y="5016"/>
                </a:lnTo>
                <a:lnTo>
                  <a:pt x="95338" y="0"/>
                </a:lnTo>
                <a:close/>
              </a:path>
            </a:pathLst>
          </a:custGeom>
          <a:solidFill>
            <a:srgbClr val="F0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3" name="bg object 10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626" y="771905"/>
            <a:ext cx="106679" cy="81534"/>
          </a:xfrm>
          <a:prstGeom prst="rect">
            <a:avLst/>
          </a:prstGeom>
        </p:spPr>
      </p:pic>
      <p:sp>
        <p:nvSpPr>
          <p:cNvPr id="104" name="bg object 104"/>
          <p:cNvSpPr/>
          <p:nvPr/>
        </p:nvSpPr>
        <p:spPr>
          <a:xfrm>
            <a:off x="269747" y="771905"/>
            <a:ext cx="106680" cy="82550"/>
          </a:xfrm>
          <a:custGeom>
            <a:avLst/>
            <a:gdLst/>
            <a:ahLst/>
            <a:cxnLst/>
            <a:rect l="l" t="t" r="r" b="b"/>
            <a:pathLst>
              <a:path w="106679" h="82550">
                <a:moveTo>
                  <a:pt x="78416" y="0"/>
                </a:moveTo>
                <a:lnTo>
                  <a:pt x="75685" y="571"/>
                </a:lnTo>
                <a:lnTo>
                  <a:pt x="72904" y="4635"/>
                </a:lnTo>
                <a:lnTo>
                  <a:pt x="73475" y="7366"/>
                </a:lnTo>
                <a:lnTo>
                  <a:pt x="81387" y="13652"/>
                </a:lnTo>
                <a:lnTo>
                  <a:pt x="92163" y="33147"/>
                </a:lnTo>
                <a:lnTo>
                  <a:pt x="98393" y="60960"/>
                </a:lnTo>
                <a:lnTo>
                  <a:pt x="97415" y="65087"/>
                </a:lnTo>
                <a:lnTo>
                  <a:pt x="92316" y="71437"/>
                </a:lnTo>
                <a:lnTo>
                  <a:pt x="88557" y="73215"/>
                </a:lnTo>
                <a:lnTo>
                  <a:pt x="18180" y="73215"/>
                </a:lnTo>
                <a:lnTo>
                  <a:pt x="14370" y="71437"/>
                </a:lnTo>
                <a:lnTo>
                  <a:pt x="9271" y="65024"/>
                </a:lnTo>
                <a:lnTo>
                  <a:pt x="8343" y="60960"/>
                </a:lnTo>
                <a:lnTo>
                  <a:pt x="14471" y="33210"/>
                </a:lnTo>
                <a:lnTo>
                  <a:pt x="33159" y="7429"/>
                </a:lnTo>
                <a:lnTo>
                  <a:pt x="33724" y="4635"/>
                </a:lnTo>
                <a:lnTo>
                  <a:pt x="30943" y="635"/>
                </a:lnTo>
                <a:lnTo>
                  <a:pt x="28168" y="63"/>
                </a:lnTo>
                <a:lnTo>
                  <a:pt x="18942" y="7366"/>
                </a:lnTo>
                <a:lnTo>
                  <a:pt x="5772" y="31242"/>
                </a:lnTo>
                <a:lnTo>
                  <a:pt x="520" y="54927"/>
                </a:lnTo>
                <a:lnTo>
                  <a:pt x="0" y="59944"/>
                </a:lnTo>
                <a:lnTo>
                  <a:pt x="2228" y="69469"/>
                </a:lnTo>
                <a:lnTo>
                  <a:pt x="17240" y="81470"/>
                </a:lnTo>
                <a:lnTo>
                  <a:pt x="22193" y="82042"/>
                </a:lnTo>
                <a:lnTo>
                  <a:pt x="84385" y="82042"/>
                </a:lnTo>
                <a:lnTo>
                  <a:pt x="89363" y="81470"/>
                </a:lnTo>
                <a:lnTo>
                  <a:pt x="94011" y="79883"/>
                </a:lnTo>
                <a:lnTo>
                  <a:pt x="106070" y="64833"/>
                </a:lnTo>
                <a:lnTo>
                  <a:pt x="106641" y="59880"/>
                </a:lnTo>
                <a:lnTo>
                  <a:pt x="106114" y="54927"/>
                </a:lnTo>
                <a:lnTo>
                  <a:pt x="98018" y="22415"/>
                </a:lnTo>
                <a:lnTo>
                  <a:pt x="80473" y="1397"/>
                </a:lnTo>
                <a:lnTo>
                  <a:pt x="78416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3802381" y="840487"/>
            <a:ext cx="211454" cy="26669"/>
          </a:xfrm>
          <a:custGeom>
            <a:avLst/>
            <a:gdLst/>
            <a:ahLst/>
            <a:cxnLst/>
            <a:rect l="l" t="t" r="r" b="b"/>
            <a:pathLst>
              <a:path w="211454" h="26669">
                <a:moveTo>
                  <a:pt x="210947" y="0"/>
                </a:moveTo>
                <a:lnTo>
                  <a:pt x="0" y="0"/>
                </a:lnTo>
                <a:lnTo>
                  <a:pt x="4762" y="14350"/>
                </a:lnTo>
                <a:lnTo>
                  <a:pt x="7366" y="19240"/>
                </a:lnTo>
                <a:lnTo>
                  <a:pt x="11175" y="23050"/>
                </a:lnTo>
                <a:lnTo>
                  <a:pt x="16002" y="25526"/>
                </a:lnTo>
                <a:lnTo>
                  <a:pt x="21462" y="26352"/>
                </a:lnTo>
                <a:lnTo>
                  <a:pt x="189484" y="26352"/>
                </a:lnTo>
                <a:lnTo>
                  <a:pt x="203581" y="19240"/>
                </a:lnTo>
                <a:lnTo>
                  <a:pt x="210947" y="0"/>
                </a:lnTo>
                <a:close/>
              </a:path>
            </a:pathLst>
          </a:custGeom>
          <a:solidFill>
            <a:srgbClr val="F0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3788692" y="713233"/>
            <a:ext cx="238125" cy="211454"/>
          </a:xfrm>
          <a:custGeom>
            <a:avLst/>
            <a:gdLst/>
            <a:ahLst/>
            <a:cxnLst/>
            <a:rect l="l" t="t" r="r" b="b"/>
            <a:pathLst>
              <a:path w="238125" h="211455">
                <a:moveTo>
                  <a:pt x="55599" y="0"/>
                </a:moveTo>
                <a:lnTo>
                  <a:pt x="44359" y="0"/>
                </a:lnTo>
                <a:lnTo>
                  <a:pt x="37247" y="1206"/>
                </a:lnTo>
                <a:lnTo>
                  <a:pt x="31024" y="4508"/>
                </a:lnTo>
                <a:lnTo>
                  <a:pt x="26198" y="9651"/>
                </a:lnTo>
                <a:lnTo>
                  <a:pt x="23214" y="16192"/>
                </a:lnTo>
                <a:lnTo>
                  <a:pt x="862" y="97980"/>
                </a:lnTo>
                <a:lnTo>
                  <a:pt x="227" y="98615"/>
                </a:lnTo>
                <a:lnTo>
                  <a:pt x="227" y="99631"/>
                </a:lnTo>
                <a:lnTo>
                  <a:pt x="0" y="101218"/>
                </a:lnTo>
                <a:lnTo>
                  <a:pt x="227" y="102298"/>
                </a:lnTo>
                <a:lnTo>
                  <a:pt x="227" y="188912"/>
                </a:lnTo>
                <a:lnTo>
                  <a:pt x="1941" y="197484"/>
                </a:lnTo>
                <a:lnTo>
                  <a:pt x="6640" y="204469"/>
                </a:lnTo>
                <a:lnTo>
                  <a:pt x="13625" y="209168"/>
                </a:lnTo>
                <a:lnTo>
                  <a:pt x="22198" y="210883"/>
                </a:lnTo>
                <a:lnTo>
                  <a:pt x="215492" y="210883"/>
                </a:lnTo>
                <a:lnTo>
                  <a:pt x="224064" y="209168"/>
                </a:lnTo>
                <a:lnTo>
                  <a:pt x="231049" y="204469"/>
                </a:lnTo>
                <a:lnTo>
                  <a:pt x="232630" y="202120"/>
                </a:lnTo>
                <a:lnTo>
                  <a:pt x="22198" y="202120"/>
                </a:lnTo>
                <a:lnTo>
                  <a:pt x="17054" y="201104"/>
                </a:lnTo>
                <a:lnTo>
                  <a:pt x="12863" y="198246"/>
                </a:lnTo>
                <a:lnTo>
                  <a:pt x="10006" y="194055"/>
                </a:lnTo>
                <a:lnTo>
                  <a:pt x="8990" y="188912"/>
                </a:lnTo>
                <a:lnTo>
                  <a:pt x="8990" y="128142"/>
                </a:lnTo>
                <a:lnTo>
                  <a:pt x="23153" y="128142"/>
                </a:lnTo>
                <a:lnTo>
                  <a:pt x="10704" y="105473"/>
                </a:lnTo>
                <a:lnTo>
                  <a:pt x="226985" y="105473"/>
                </a:lnTo>
                <a:lnTo>
                  <a:pt x="226985" y="96646"/>
                </a:lnTo>
                <a:lnTo>
                  <a:pt x="10323" y="96646"/>
                </a:lnTo>
                <a:lnTo>
                  <a:pt x="31659" y="18478"/>
                </a:lnTo>
                <a:lnTo>
                  <a:pt x="33501" y="14541"/>
                </a:lnTo>
                <a:lnTo>
                  <a:pt x="36358" y="11493"/>
                </a:lnTo>
                <a:lnTo>
                  <a:pt x="39863" y="9651"/>
                </a:lnTo>
                <a:lnTo>
                  <a:pt x="39396" y="9651"/>
                </a:lnTo>
                <a:lnTo>
                  <a:pt x="44359" y="8762"/>
                </a:lnTo>
                <a:lnTo>
                  <a:pt x="55599" y="8762"/>
                </a:lnTo>
                <a:lnTo>
                  <a:pt x="57504" y="6857"/>
                </a:lnTo>
                <a:lnTo>
                  <a:pt x="57567" y="1968"/>
                </a:lnTo>
                <a:lnTo>
                  <a:pt x="55599" y="0"/>
                </a:lnTo>
                <a:close/>
              </a:path>
              <a:path w="238125" h="211455">
                <a:moveTo>
                  <a:pt x="228700" y="68262"/>
                </a:moveTo>
                <a:lnTo>
                  <a:pt x="228700" y="188912"/>
                </a:lnTo>
                <a:lnTo>
                  <a:pt x="227684" y="194055"/>
                </a:lnTo>
                <a:lnTo>
                  <a:pt x="224826" y="198246"/>
                </a:lnTo>
                <a:lnTo>
                  <a:pt x="220635" y="201104"/>
                </a:lnTo>
                <a:lnTo>
                  <a:pt x="215492" y="202120"/>
                </a:lnTo>
                <a:lnTo>
                  <a:pt x="232630" y="202120"/>
                </a:lnTo>
                <a:lnTo>
                  <a:pt x="235748" y="197484"/>
                </a:lnTo>
                <a:lnTo>
                  <a:pt x="237463" y="188912"/>
                </a:lnTo>
                <a:lnTo>
                  <a:pt x="237463" y="102298"/>
                </a:lnTo>
                <a:lnTo>
                  <a:pt x="237653" y="101218"/>
                </a:lnTo>
                <a:lnTo>
                  <a:pt x="237463" y="99631"/>
                </a:lnTo>
                <a:lnTo>
                  <a:pt x="237463" y="98615"/>
                </a:lnTo>
                <a:lnTo>
                  <a:pt x="236828" y="97980"/>
                </a:lnTo>
                <a:lnTo>
                  <a:pt x="236419" y="96646"/>
                </a:lnTo>
                <a:lnTo>
                  <a:pt x="228700" y="68262"/>
                </a:lnTo>
                <a:close/>
              </a:path>
              <a:path w="238125" h="211455">
                <a:moveTo>
                  <a:pt x="23153" y="128142"/>
                </a:moveTo>
                <a:lnTo>
                  <a:pt x="8990" y="128142"/>
                </a:lnTo>
                <a:lnTo>
                  <a:pt x="14006" y="143192"/>
                </a:lnTo>
                <a:lnTo>
                  <a:pt x="17310" y="149415"/>
                </a:lnTo>
                <a:lnTo>
                  <a:pt x="22007" y="154050"/>
                </a:lnTo>
                <a:lnTo>
                  <a:pt x="27976" y="157098"/>
                </a:lnTo>
                <a:lnTo>
                  <a:pt x="34834" y="158178"/>
                </a:lnTo>
                <a:lnTo>
                  <a:pt x="202855" y="158178"/>
                </a:lnTo>
                <a:lnTo>
                  <a:pt x="220381" y="149415"/>
                </a:lnTo>
                <a:lnTo>
                  <a:pt x="34834" y="149415"/>
                </a:lnTo>
                <a:lnTo>
                  <a:pt x="23153" y="128142"/>
                </a:lnTo>
                <a:close/>
              </a:path>
              <a:path w="238125" h="211455">
                <a:moveTo>
                  <a:pt x="193267" y="0"/>
                </a:moveTo>
                <a:lnTo>
                  <a:pt x="182091" y="0"/>
                </a:lnTo>
                <a:lnTo>
                  <a:pt x="180122" y="1968"/>
                </a:lnTo>
                <a:lnTo>
                  <a:pt x="180122" y="6857"/>
                </a:lnTo>
                <a:lnTo>
                  <a:pt x="182091" y="8762"/>
                </a:lnTo>
                <a:lnTo>
                  <a:pt x="193267" y="8762"/>
                </a:lnTo>
                <a:lnTo>
                  <a:pt x="198304" y="9651"/>
                </a:lnTo>
                <a:lnTo>
                  <a:pt x="197822" y="9651"/>
                </a:lnTo>
                <a:lnTo>
                  <a:pt x="201268" y="11493"/>
                </a:lnTo>
                <a:lnTo>
                  <a:pt x="204189" y="14541"/>
                </a:lnTo>
                <a:lnTo>
                  <a:pt x="206030" y="18478"/>
                </a:lnTo>
                <a:lnTo>
                  <a:pt x="227366" y="96646"/>
                </a:lnTo>
                <a:lnTo>
                  <a:pt x="226985" y="96646"/>
                </a:lnTo>
                <a:lnTo>
                  <a:pt x="226985" y="105473"/>
                </a:lnTo>
                <a:lnTo>
                  <a:pt x="215365" y="140398"/>
                </a:lnTo>
                <a:lnTo>
                  <a:pt x="202855" y="149415"/>
                </a:lnTo>
                <a:lnTo>
                  <a:pt x="220381" y="149415"/>
                </a:lnTo>
                <a:lnTo>
                  <a:pt x="228700" y="128142"/>
                </a:lnTo>
                <a:lnTo>
                  <a:pt x="228700" y="68262"/>
                </a:lnTo>
                <a:lnTo>
                  <a:pt x="214476" y="16192"/>
                </a:lnTo>
                <a:lnTo>
                  <a:pt x="200442" y="1206"/>
                </a:lnTo>
                <a:lnTo>
                  <a:pt x="193267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7" name="bg object 10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54961" y="673611"/>
            <a:ext cx="105155" cy="105155"/>
          </a:xfrm>
          <a:prstGeom prst="rect">
            <a:avLst/>
          </a:prstGeom>
        </p:spPr>
      </p:pic>
      <p:sp>
        <p:nvSpPr>
          <p:cNvPr id="108" name="bg object 108"/>
          <p:cNvSpPr/>
          <p:nvPr/>
        </p:nvSpPr>
        <p:spPr>
          <a:xfrm>
            <a:off x="3819907" y="884682"/>
            <a:ext cx="44450" cy="17780"/>
          </a:xfrm>
          <a:custGeom>
            <a:avLst/>
            <a:gdLst/>
            <a:ahLst/>
            <a:cxnLst/>
            <a:rect l="l" t="t" r="r" b="b"/>
            <a:pathLst>
              <a:path w="44450" h="17780">
                <a:moveTo>
                  <a:pt x="40068" y="0"/>
                </a:moveTo>
                <a:lnTo>
                  <a:pt x="3937" y="0"/>
                </a:lnTo>
                <a:lnTo>
                  <a:pt x="0" y="3873"/>
                </a:lnTo>
                <a:lnTo>
                  <a:pt x="0" y="13462"/>
                </a:lnTo>
                <a:lnTo>
                  <a:pt x="3937" y="17335"/>
                </a:lnTo>
                <a:lnTo>
                  <a:pt x="40068" y="17335"/>
                </a:lnTo>
                <a:lnTo>
                  <a:pt x="44005" y="13462"/>
                </a:lnTo>
                <a:lnTo>
                  <a:pt x="44005" y="3873"/>
                </a:lnTo>
                <a:lnTo>
                  <a:pt x="40068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2101599" y="2280920"/>
            <a:ext cx="180975" cy="30480"/>
          </a:xfrm>
          <a:custGeom>
            <a:avLst/>
            <a:gdLst/>
            <a:ahLst/>
            <a:cxnLst/>
            <a:rect l="l" t="t" r="r" b="b"/>
            <a:pathLst>
              <a:path w="180975" h="30480">
                <a:moveTo>
                  <a:pt x="180530" y="3810"/>
                </a:moveTo>
                <a:lnTo>
                  <a:pt x="178054" y="3810"/>
                </a:lnTo>
                <a:lnTo>
                  <a:pt x="178054" y="0"/>
                </a:lnTo>
                <a:lnTo>
                  <a:pt x="2463" y="0"/>
                </a:lnTo>
                <a:lnTo>
                  <a:pt x="2463" y="3810"/>
                </a:lnTo>
                <a:lnTo>
                  <a:pt x="0" y="3810"/>
                </a:lnTo>
                <a:lnTo>
                  <a:pt x="0" y="26670"/>
                </a:lnTo>
                <a:lnTo>
                  <a:pt x="0" y="30480"/>
                </a:lnTo>
                <a:lnTo>
                  <a:pt x="1587" y="30480"/>
                </a:lnTo>
                <a:lnTo>
                  <a:pt x="1587" y="26670"/>
                </a:lnTo>
                <a:lnTo>
                  <a:pt x="177038" y="26670"/>
                </a:lnTo>
                <a:lnTo>
                  <a:pt x="180530" y="30162"/>
                </a:lnTo>
                <a:lnTo>
                  <a:pt x="180530" y="26670"/>
                </a:lnTo>
                <a:lnTo>
                  <a:pt x="180530" y="26289"/>
                </a:lnTo>
                <a:lnTo>
                  <a:pt x="180530" y="3810"/>
                </a:lnTo>
                <a:close/>
              </a:path>
            </a:pathLst>
          </a:custGeom>
          <a:solidFill>
            <a:srgbClr val="F0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2036067" y="2156462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12458" y="1968"/>
                </a:moveTo>
                <a:lnTo>
                  <a:pt x="110553" y="0"/>
                </a:lnTo>
                <a:lnTo>
                  <a:pt x="19367" y="0"/>
                </a:lnTo>
                <a:lnTo>
                  <a:pt x="17462" y="1968"/>
                </a:lnTo>
                <a:lnTo>
                  <a:pt x="17462" y="6731"/>
                </a:lnTo>
                <a:lnTo>
                  <a:pt x="19367" y="8636"/>
                </a:lnTo>
                <a:lnTo>
                  <a:pt x="26035" y="8636"/>
                </a:lnTo>
                <a:lnTo>
                  <a:pt x="25400" y="39941"/>
                </a:lnTo>
                <a:lnTo>
                  <a:pt x="20574" y="108648"/>
                </a:lnTo>
                <a:lnTo>
                  <a:pt x="13271" y="168973"/>
                </a:lnTo>
                <a:lnTo>
                  <a:pt x="5969" y="215201"/>
                </a:lnTo>
                <a:lnTo>
                  <a:pt x="0" y="246507"/>
                </a:lnTo>
                <a:lnTo>
                  <a:pt x="317" y="247840"/>
                </a:lnTo>
                <a:lnTo>
                  <a:pt x="1968" y="249872"/>
                </a:lnTo>
                <a:lnTo>
                  <a:pt x="3175" y="250444"/>
                </a:lnTo>
                <a:lnTo>
                  <a:pt x="50038" y="250444"/>
                </a:lnTo>
                <a:lnTo>
                  <a:pt x="52006" y="248539"/>
                </a:lnTo>
                <a:lnTo>
                  <a:pt x="52006" y="243776"/>
                </a:lnTo>
                <a:lnTo>
                  <a:pt x="50038" y="241808"/>
                </a:lnTo>
                <a:lnTo>
                  <a:pt x="9779" y="241808"/>
                </a:lnTo>
                <a:lnTo>
                  <a:pt x="11874" y="230886"/>
                </a:lnTo>
                <a:lnTo>
                  <a:pt x="21971" y="169037"/>
                </a:lnTo>
                <a:lnTo>
                  <a:pt x="29083" y="110109"/>
                </a:lnTo>
                <a:lnTo>
                  <a:pt x="33909" y="43370"/>
                </a:lnTo>
                <a:lnTo>
                  <a:pt x="34734" y="8636"/>
                </a:lnTo>
                <a:lnTo>
                  <a:pt x="95186" y="8636"/>
                </a:lnTo>
                <a:lnTo>
                  <a:pt x="96647" y="56769"/>
                </a:lnTo>
                <a:lnTo>
                  <a:pt x="100584" y="108394"/>
                </a:lnTo>
                <a:lnTo>
                  <a:pt x="103124" y="112395"/>
                </a:lnTo>
                <a:lnTo>
                  <a:pt x="107696" y="112014"/>
                </a:lnTo>
                <a:lnTo>
                  <a:pt x="109410" y="109918"/>
                </a:lnTo>
                <a:lnTo>
                  <a:pt x="106870" y="80391"/>
                </a:lnTo>
                <a:lnTo>
                  <a:pt x="105156" y="54038"/>
                </a:lnTo>
                <a:lnTo>
                  <a:pt x="104140" y="28638"/>
                </a:lnTo>
                <a:lnTo>
                  <a:pt x="103886" y="8636"/>
                </a:lnTo>
                <a:lnTo>
                  <a:pt x="110553" y="8636"/>
                </a:lnTo>
                <a:lnTo>
                  <a:pt x="112458" y="6731"/>
                </a:lnTo>
                <a:lnTo>
                  <a:pt x="112458" y="1968"/>
                </a:lnTo>
                <a:close/>
              </a:path>
              <a:path w="250825" h="250825">
                <a:moveTo>
                  <a:pt x="250634" y="133858"/>
                </a:moveTo>
                <a:lnTo>
                  <a:pt x="242087" y="121920"/>
                </a:lnTo>
                <a:lnTo>
                  <a:pt x="241998" y="239903"/>
                </a:lnTo>
                <a:lnTo>
                  <a:pt x="240093" y="241808"/>
                </a:lnTo>
                <a:lnTo>
                  <a:pt x="71183" y="241808"/>
                </a:lnTo>
                <a:lnTo>
                  <a:pt x="69278" y="239903"/>
                </a:lnTo>
                <a:lnTo>
                  <a:pt x="69278" y="131508"/>
                </a:lnTo>
                <a:lnTo>
                  <a:pt x="71183" y="129540"/>
                </a:lnTo>
                <a:lnTo>
                  <a:pt x="240093" y="129540"/>
                </a:lnTo>
                <a:lnTo>
                  <a:pt x="241998" y="131508"/>
                </a:lnTo>
                <a:lnTo>
                  <a:pt x="241998" y="129540"/>
                </a:lnTo>
                <a:lnTo>
                  <a:pt x="241998" y="121793"/>
                </a:lnTo>
                <a:lnTo>
                  <a:pt x="237680" y="120904"/>
                </a:lnTo>
                <a:lnTo>
                  <a:pt x="73596" y="120904"/>
                </a:lnTo>
                <a:lnTo>
                  <a:pt x="68580" y="121920"/>
                </a:lnTo>
                <a:lnTo>
                  <a:pt x="64452" y="124714"/>
                </a:lnTo>
                <a:lnTo>
                  <a:pt x="61658" y="128841"/>
                </a:lnTo>
                <a:lnTo>
                  <a:pt x="60642" y="133858"/>
                </a:lnTo>
                <a:lnTo>
                  <a:pt x="60642" y="237490"/>
                </a:lnTo>
                <a:lnTo>
                  <a:pt x="61658" y="242570"/>
                </a:lnTo>
                <a:lnTo>
                  <a:pt x="64452" y="246697"/>
                </a:lnTo>
                <a:lnTo>
                  <a:pt x="68580" y="249428"/>
                </a:lnTo>
                <a:lnTo>
                  <a:pt x="73596" y="250444"/>
                </a:lnTo>
                <a:lnTo>
                  <a:pt x="237680" y="250444"/>
                </a:lnTo>
                <a:lnTo>
                  <a:pt x="246316" y="241808"/>
                </a:lnTo>
                <a:lnTo>
                  <a:pt x="250634" y="237490"/>
                </a:lnTo>
                <a:lnTo>
                  <a:pt x="250634" y="133858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1" name="bg object 1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61797" y="2221233"/>
            <a:ext cx="103631" cy="43433"/>
          </a:xfrm>
          <a:prstGeom prst="rect">
            <a:avLst/>
          </a:prstGeom>
        </p:spPr>
      </p:pic>
      <p:sp>
        <p:nvSpPr>
          <p:cNvPr id="112" name="bg object 112"/>
          <p:cNvSpPr/>
          <p:nvPr/>
        </p:nvSpPr>
        <p:spPr>
          <a:xfrm>
            <a:off x="2131317" y="2186942"/>
            <a:ext cx="133985" cy="220345"/>
          </a:xfrm>
          <a:custGeom>
            <a:avLst/>
            <a:gdLst/>
            <a:ahLst/>
            <a:cxnLst/>
            <a:rect l="l" t="t" r="r" b="b"/>
            <a:pathLst>
              <a:path w="133985" h="220344">
                <a:moveTo>
                  <a:pt x="73406" y="3873"/>
                </a:moveTo>
                <a:lnTo>
                  <a:pt x="69596" y="0"/>
                </a:lnTo>
                <a:lnTo>
                  <a:pt x="34099" y="0"/>
                </a:lnTo>
                <a:lnTo>
                  <a:pt x="30226" y="3873"/>
                </a:lnTo>
                <a:lnTo>
                  <a:pt x="30226" y="13398"/>
                </a:lnTo>
                <a:lnTo>
                  <a:pt x="34099" y="17272"/>
                </a:lnTo>
                <a:lnTo>
                  <a:pt x="69596" y="17272"/>
                </a:lnTo>
                <a:lnTo>
                  <a:pt x="73406" y="13398"/>
                </a:lnTo>
                <a:lnTo>
                  <a:pt x="73406" y="3873"/>
                </a:lnTo>
                <a:close/>
              </a:path>
              <a:path w="133985" h="220344">
                <a:moveTo>
                  <a:pt x="129603" y="146621"/>
                </a:moveTo>
                <a:lnTo>
                  <a:pt x="128714" y="142303"/>
                </a:lnTo>
                <a:lnTo>
                  <a:pt x="128587" y="141605"/>
                </a:lnTo>
                <a:lnTo>
                  <a:pt x="125793" y="137477"/>
                </a:lnTo>
                <a:lnTo>
                  <a:pt x="121666" y="134683"/>
                </a:lnTo>
                <a:lnTo>
                  <a:pt x="120967" y="134556"/>
                </a:lnTo>
                <a:lnTo>
                  <a:pt x="120967" y="144272"/>
                </a:lnTo>
                <a:lnTo>
                  <a:pt x="120967" y="159575"/>
                </a:lnTo>
                <a:lnTo>
                  <a:pt x="120967" y="168211"/>
                </a:lnTo>
                <a:lnTo>
                  <a:pt x="120967" y="185420"/>
                </a:lnTo>
                <a:lnTo>
                  <a:pt x="120967" y="194056"/>
                </a:lnTo>
                <a:lnTo>
                  <a:pt x="120967" y="211328"/>
                </a:lnTo>
                <a:lnTo>
                  <a:pt x="8636" y="211328"/>
                </a:lnTo>
                <a:lnTo>
                  <a:pt x="8636" y="194056"/>
                </a:lnTo>
                <a:lnTo>
                  <a:pt x="120967" y="194056"/>
                </a:lnTo>
                <a:lnTo>
                  <a:pt x="120967" y="185420"/>
                </a:lnTo>
                <a:lnTo>
                  <a:pt x="8636" y="185420"/>
                </a:lnTo>
                <a:lnTo>
                  <a:pt x="8636" y="168211"/>
                </a:lnTo>
                <a:lnTo>
                  <a:pt x="120967" y="168211"/>
                </a:lnTo>
                <a:lnTo>
                  <a:pt x="120967" y="159575"/>
                </a:lnTo>
                <a:lnTo>
                  <a:pt x="8636" y="159575"/>
                </a:lnTo>
                <a:lnTo>
                  <a:pt x="8636" y="144272"/>
                </a:lnTo>
                <a:lnTo>
                  <a:pt x="10604" y="142303"/>
                </a:lnTo>
                <a:lnTo>
                  <a:pt x="118999" y="142303"/>
                </a:lnTo>
                <a:lnTo>
                  <a:pt x="120967" y="144272"/>
                </a:lnTo>
                <a:lnTo>
                  <a:pt x="120967" y="134556"/>
                </a:lnTo>
                <a:lnTo>
                  <a:pt x="116649" y="133667"/>
                </a:lnTo>
                <a:lnTo>
                  <a:pt x="12954" y="133667"/>
                </a:lnTo>
                <a:lnTo>
                  <a:pt x="7937" y="134683"/>
                </a:lnTo>
                <a:lnTo>
                  <a:pt x="3810" y="137477"/>
                </a:lnTo>
                <a:lnTo>
                  <a:pt x="1016" y="141605"/>
                </a:lnTo>
                <a:lnTo>
                  <a:pt x="0" y="146621"/>
                </a:lnTo>
                <a:lnTo>
                  <a:pt x="0" y="217995"/>
                </a:lnTo>
                <a:lnTo>
                  <a:pt x="1968" y="219964"/>
                </a:lnTo>
                <a:lnTo>
                  <a:pt x="127635" y="219964"/>
                </a:lnTo>
                <a:lnTo>
                  <a:pt x="129603" y="217995"/>
                </a:lnTo>
                <a:lnTo>
                  <a:pt x="129603" y="211328"/>
                </a:lnTo>
                <a:lnTo>
                  <a:pt x="129603" y="146621"/>
                </a:lnTo>
                <a:close/>
              </a:path>
              <a:path w="133985" h="220344">
                <a:moveTo>
                  <a:pt x="133921" y="3873"/>
                </a:moveTo>
                <a:lnTo>
                  <a:pt x="130048" y="0"/>
                </a:lnTo>
                <a:lnTo>
                  <a:pt x="94551" y="0"/>
                </a:lnTo>
                <a:lnTo>
                  <a:pt x="90678" y="3873"/>
                </a:lnTo>
                <a:lnTo>
                  <a:pt x="90678" y="13398"/>
                </a:lnTo>
                <a:lnTo>
                  <a:pt x="94551" y="17272"/>
                </a:lnTo>
                <a:lnTo>
                  <a:pt x="130048" y="17272"/>
                </a:lnTo>
                <a:lnTo>
                  <a:pt x="133921" y="13398"/>
                </a:lnTo>
                <a:lnTo>
                  <a:pt x="133921" y="3873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2061975" y="672086"/>
            <a:ext cx="200025" cy="252729"/>
          </a:xfrm>
          <a:custGeom>
            <a:avLst/>
            <a:gdLst/>
            <a:ahLst/>
            <a:cxnLst/>
            <a:rect l="l" t="t" r="r" b="b"/>
            <a:pathLst>
              <a:path w="200025" h="252730">
                <a:moveTo>
                  <a:pt x="136905" y="0"/>
                </a:moveTo>
                <a:lnTo>
                  <a:pt x="39052" y="0"/>
                </a:lnTo>
                <a:lnTo>
                  <a:pt x="23875" y="3048"/>
                </a:lnTo>
                <a:lnTo>
                  <a:pt x="11429" y="11493"/>
                </a:lnTo>
                <a:lnTo>
                  <a:pt x="3047" y="23939"/>
                </a:lnTo>
                <a:lnTo>
                  <a:pt x="0" y="39115"/>
                </a:lnTo>
                <a:lnTo>
                  <a:pt x="0" y="213042"/>
                </a:lnTo>
                <a:lnTo>
                  <a:pt x="3047" y="228218"/>
                </a:lnTo>
                <a:lnTo>
                  <a:pt x="11429" y="240664"/>
                </a:lnTo>
                <a:lnTo>
                  <a:pt x="23875" y="249046"/>
                </a:lnTo>
                <a:lnTo>
                  <a:pt x="39052" y="252158"/>
                </a:lnTo>
                <a:lnTo>
                  <a:pt x="160527" y="252158"/>
                </a:lnTo>
                <a:lnTo>
                  <a:pt x="175704" y="249046"/>
                </a:lnTo>
                <a:lnTo>
                  <a:pt x="188086" y="240664"/>
                </a:lnTo>
                <a:lnTo>
                  <a:pt x="196469" y="228218"/>
                </a:lnTo>
                <a:lnTo>
                  <a:pt x="199580" y="213042"/>
                </a:lnTo>
                <a:lnTo>
                  <a:pt x="199580" y="62801"/>
                </a:lnTo>
                <a:lnTo>
                  <a:pt x="197611" y="60832"/>
                </a:lnTo>
                <a:lnTo>
                  <a:pt x="192849" y="60832"/>
                </a:lnTo>
                <a:lnTo>
                  <a:pt x="190880" y="62801"/>
                </a:lnTo>
                <a:lnTo>
                  <a:pt x="190880" y="213042"/>
                </a:lnTo>
                <a:lnTo>
                  <a:pt x="188467" y="224853"/>
                </a:lnTo>
                <a:lnTo>
                  <a:pt x="181990" y="234505"/>
                </a:lnTo>
                <a:lnTo>
                  <a:pt x="172338" y="241045"/>
                </a:lnTo>
                <a:lnTo>
                  <a:pt x="160527" y="243458"/>
                </a:lnTo>
                <a:lnTo>
                  <a:pt x="39052" y="243458"/>
                </a:lnTo>
                <a:lnTo>
                  <a:pt x="27241" y="241045"/>
                </a:lnTo>
                <a:lnTo>
                  <a:pt x="17589" y="234505"/>
                </a:lnTo>
                <a:lnTo>
                  <a:pt x="11048" y="224853"/>
                </a:lnTo>
                <a:lnTo>
                  <a:pt x="8699" y="213042"/>
                </a:lnTo>
                <a:lnTo>
                  <a:pt x="8699" y="39115"/>
                </a:lnTo>
                <a:lnTo>
                  <a:pt x="11048" y="27304"/>
                </a:lnTo>
                <a:lnTo>
                  <a:pt x="17589" y="17589"/>
                </a:lnTo>
                <a:lnTo>
                  <a:pt x="27241" y="11112"/>
                </a:lnTo>
                <a:lnTo>
                  <a:pt x="39052" y="8699"/>
                </a:lnTo>
                <a:lnTo>
                  <a:pt x="136905" y="8699"/>
                </a:lnTo>
                <a:lnTo>
                  <a:pt x="138810" y="6730"/>
                </a:lnTo>
                <a:lnTo>
                  <a:pt x="138810" y="1968"/>
                </a:lnTo>
                <a:lnTo>
                  <a:pt x="13690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4" name="bg object 1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09216" y="672084"/>
            <a:ext cx="152400" cy="160781"/>
          </a:xfrm>
          <a:prstGeom prst="rect">
            <a:avLst/>
          </a:prstGeom>
        </p:spPr>
      </p:pic>
      <p:pic>
        <p:nvPicPr>
          <p:cNvPr id="115" name="bg object 1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37454" y="672085"/>
            <a:ext cx="252158" cy="252031"/>
          </a:xfrm>
          <a:prstGeom prst="rect">
            <a:avLst/>
          </a:prstGeom>
        </p:spPr>
      </p:pic>
      <p:pic>
        <p:nvPicPr>
          <p:cNvPr id="116" name="bg object 1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76315" y="736856"/>
            <a:ext cx="139446" cy="35051"/>
          </a:xfrm>
          <a:prstGeom prst="rect">
            <a:avLst/>
          </a:prstGeom>
        </p:spPr>
      </p:pic>
      <p:sp>
        <p:nvSpPr>
          <p:cNvPr id="117" name="bg object 117"/>
          <p:cNvSpPr/>
          <p:nvPr/>
        </p:nvSpPr>
        <p:spPr>
          <a:xfrm>
            <a:off x="7308344" y="689611"/>
            <a:ext cx="214629" cy="214630"/>
          </a:xfrm>
          <a:custGeom>
            <a:avLst/>
            <a:gdLst/>
            <a:ahLst/>
            <a:cxnLst/>
            <a:rect l="l" t="t" r="r" b="b"/>
            <a:pathLst>
              <a:path w="214629" h="214630">
                <a:moveTo>
                  <a:pt x="214630" y="107315"/>
                </a:moveTo>
                <a:lnTo>
                  <a:pt x="211772" y="82740"/>
                </a:lnTo>
                <a:lnTo>
                  <a:pt x="203708" y="60134"/>
                </a:lnTo>
                <a:lnTo>
                  <a:pt x="196723" y="49123"/>
                </a:lnTo>
                <a:lnTo>
                  <a:pt x="196723" y="107315"/>
                </a:lnTo>
                <a:lnTo>
                  <a:pt x="193548" y="131064"/>
                </a:lnTo>
                <a:lnTo>
                  <a:pt x="170561" y="170561"/>
                </a:lnTo>
                <a:lnTo>
                  <a:pt x="131064" y="193548"/>
                </a:lnTo>
                <a:lnTo>
                  <a:pt x="107315" y="196723"/>
                </a:lnTo>
                <a:lnTo>
                  <a:pt x="83566" y="193548"/>
                </a:lnTo>
                <a:lnTo>
                  <a:pt x="44069" y="170561"/>
                </a:lnTo>
                <a:lnTo>
                  <a:pt x="21082" y="131064"/>
                </a:lnTo>
                <a:lnTo>
                  <a:pt x="17907" y="107315"/>
                </a:lnTo>
                <a:lnTo>
                  <a:pt x="21082" y="83566"/>
                </a:lnTo>
                <a:lnTo>
                  <a:pt x="44069" y="44069"/>
                </a:lnTo>
                <a:lnTo>
                  <a:pt x="83566" y="21082"/>
                </a:lnTo>
                <a:lnTo>
                  <a:pt x="107315" y="17907"/>
                </a:lnTo>
                <a:lnTo>
                  <a:pt x="131064" y="21082"/>
                </a:lnTo>
                <a:lnTo>
                  <a:pt x="170561" y="44069"/>
                </a:lnTo>
                <a:lnTo>
                  <a:pt x="193548" y="83566"/>
                </a:lnTo>
                <a:lnTo>
                  <a:pt x="196723" y="107315"/>
                </a:lnTo>
                <a:lnTo>
                  <a:pt x="196723" y="49123"/>
                </a:lnTo>
                <a:lnTo>
                  <a:pt x="165481" y="17907"/>
                </a:lnTo>
                <a:lnTo>
                  <a:pt x="107315" y="0"/>
                </a:lnTo>
                <a:lnTo>
                  <a:pt x="82740" y="2857"/>
                </a:lnTo>
                <a:lnTo>
                  <a:pt x="40195" y="23558"/>
                </a:lnTo>
                <a:lnTo>
                  <a:pt x="10922" y="60134"/>
                </a:lnTo>
                <a:lnTo>
                  <a:pt x="0" y="107315"/>
                </a:lnTo>
                <a:lnTo>
                  <a:pt x="2857" y="131953"/>
                </a:lnTo>
                <a:lnTo>
                  <a:pt x="23558" y="174434"/>
                </a:lnTo>
                <a:lnTo>
                  <a:pt x="60134" y="203708"/>
                </a:lnTo>
                <a:lnTo>
                  <a:pt x="107315" y="214630"/>
                </a:lnTo>
                <a:lnTo>
                  <a:pt x="131953" y="211772"/>
                </a:lnTo>
                <a:lnTo>
                  <a:pt x="154495" y="203708"/>
                </a:lnTo>
                <a:lnTo>
                  <a:pt x="165481" y="196723"/>
                </a:lnTo>
                <a:lnTo>
                  <a:pt x="174434" y="191071"/>
                </a:lnTo>
                <a:lnTo>
                  <a:pt x="191071" y="174434"/>
                </a:lnTo>
                <a:lnTo>
                  <a:pt x="203708" y="154495"/>
                </a:lnTo>
                <a:lnTo>
                  <a:pt x="211772" y="131953"/>
                </a:lnTo>
                <a:lnTo>
                  <a:pt x="214630" y="107315"/>
                </a:lnTo>
                <a:close/>
              </a:path>
            </a:pathLst>
          </a:custGeom>
          <a:solidFill>
            <a:srgbClr val="F0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8" name="bg object 1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98258" y="672085"/>
            <a:ext cx="35814" cy="35813"/>
          </a:xfrm>
          <a:prstGeom prst="rect">
            <a:avLst/>
          </a:prstGeom>
        </p:spPr>
      </p:pic>
      <p:pic>
        <p:nvPicPr>
          <p:cNvPr id="119" name="bg object 1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98258" y="886207"/>
            <a:ext cx="35814" cy="35813"/>
          </a:xfrm>
          <a:prstGeom prst="rect">
            <a:avLst/>
          </a:prstGeom>
        </p:spPr>
      </p:pic>
      <p:pic>
        <p:nvPicPr>
          <p:cNvPr id="120" name="bg object 1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90816" y="778766"/>
            <a:ext cx="35814" cy="35813"/>
          </a:xfrm>
          <a:prstGeom prst="rect">
            <a:avLst/>
          </a:prstGeom>
        </p:spPr>
      </p:pic>
      <p:pic>
        <p:nvPicPr>
          <p:cNvPr id="121" name="bg object 1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05703" y="778766"/>
            <a:ext cx="35051" cy="35813"/>
          </a:xfrm>
          <a:prstGeom prst="rect">
            <a:avLst/>
          </a:prstGeom>
        </p:spPr>
      </p:pic>
      <p:pic>
        <p:nvPicPr>
          <p:cNvPr id="122" name="bg object 1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03773" y="685040"/>
            <a:ext cx="223837" cy="223837"/>
          </a:xfrm>
          <a:prstGeom prst="rect">
            <a:avLst/>
          </a:prstGeom>
        </p:spPr>
      </p:pic>
      <p:pic>
        <p:nvPicPr>
          <p:cNvPr id="123" name="bg object 1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3090" y="3633216"/>
            <a:ext cx="150577" cy="150558"/>
          </a:xfrm>
          <a:prstGeom prst="rect">
            <a:avLst/>
          </a:prstGeom>
        </p:spPr>
      </p:pic>
      <p:pic>
        <p:nvPicPr>
          <p:cNvPr id="124" name="bg object 1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92611" y="3850385"/>
            <a:ext cx="35051" cy="35053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1003" y="3850385"/>
            <a:ext cx="35051" cy="35053"/>
          </a:xfrm>
          <a:prstGeom prst="rect">
            <a:avLst/>
          </a:prstGeom>
        </p:spPr>
      </p:pic>
      <p:pic>
        <p:nvPicPr>
          <p:cNvPr id="126" name="bg object 1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9391" y="3850385"/>
            <a:ext cx="35814" cy="35053"/>
          </a:xfrm>
          <a:prstGeom prst="rect">
            <a:avLst/>
          </a:prstGeom>
        </p:spPr>
      </p:pic>
      <p:sp>
        <p:nvSpPr>
          <p:cNvPr id="127" name="bg object 127"/>
          <p:cNvSpPr/>
          <p:nvPr/>
        </p:nvSpPr>
        <p:spPr>
          <a:xfrm>
            <a:off x="305564" y="3774947"/>
            <a:ext cx="186055" cy="62230"/>
          </a:xfrm>
          <a:custGeom>
            <a:avLst/>
            <a:gdLst/>
            <a:ahLst/>
            <a:cxnLst/>
            <a:rect l="l" t="t" r="r" b="b"/>
            <a:pathLst>
              <a:path w="186054" h="62229">
                <a:moveTo>
                  <a:pt x="95345" y="0"/>
                </a:moveTo>
                <a:lnTo>
                  <a:pt x="90449" y="0"/>
                </a:lnTo>
                <a:lnTo>
                  <a:pt x="88468" y="1968"/>
                </a:lnTo>
                <a:lnTo>
                  <a:pt x="88468" y="26669"/>
                </a:lnTo>
                <a:lnTo>
                  <a:pt x="13271" y="26669"/>
                </a:lnTo>
                <a:lnTo>
                  <a:pt x="8108" y="27685"/>
                </a:lnTo>
                <a:lnTo>
                  <a:pt x="3892" y="30606"/>
                </a:lnTo>
                <a:lnTo>
                  <a:pt x="1041" y="34797"/>
                </a:lnTo>
                <a:lnTo>
                  <a:pt x="0" y="40004"/>
                </a:lnTo>
                <a:lnTo>
                  <a:pt x="0" y="60261"/>
                </a:lnTo>
                <a:lnTo>
                  <a:pt x="1974" y="62229"/>
                </a:lnTo>
                <a:lnTo>
                  <a:pt x="6864" y="62229"/>
                </a:lnTo>
                <a:lnTo>
                  <a:pt x="8845" y="60261"/>
                </a:lnTo>
                <a:lnTo>
                  <a:pt x="8845" y="37528"/>
                </a:lnTo>
                <a:lnTo>
                  <a:pt x="10833" y="35559"/>
                </a:lnTo>
                <a:lnTo>
                  <a:pt x="88468" y="35559"/>
                </a:lnTo>
                <a:lnTo>
                  <a:pt x="88468" y="60261"/>
                </a:lnTo>
                <a:lnTo>
                  <a:pt x="90449" y="62229"/>
                </a:lnTo>
                <a:lnTo>
                  <a:pt x="95345" y="62229"/>
                </a:lnTo>
                <a:lnTo>
                  <a:pt x="97320" y="60261"/>
                </a:lnTo>
                <a:lnTo>
                  <a:pt x="97320" y="35559"/>
                </a:lnTo>
                <a:lnTo>
                  <a:pt x="174961" y="35559"/>
                </a:lnTo>
                <a:lnTo>
                  <a:pt x="176955" y="37528"/>
                </a:lnTo>
                <a:lnTo>
                  <a:pt x="176955" y="60261"/>
                </a:lnTo>
                <a:lnTo>
                  <a:pt x="178930" y="62229"/>
                </a:lnTo>
                <a:lnTo>
                  <a:pt x="183819" y="62229"/>
                </a:lnTo>
                <a:lnTo>
                  <a:pt x="185801" y="60261"/>
                </a:lnTo>
                <a:lnTo>
                  <a:pt x="185807" y="40004"/>
                </a:lnTo>
                <a:lnTo>
                  <a:pt x="184759" y="34797"/>
                </a:lnTo>
                <a:lnTo>
                  <a:pt x="181914" y="30543"/>
                </a:lnTo>
                <a:lnTo>
                  <a:pt x="177698" y="27685"/>
                </a:lnTo>
                <a:lnTo>
                  <a:pt x="172529" y="26669"/>
                </a:lnTo>
                <a:lnTo>
                  <a:pt x="97320" y="26669"/>
                </a:lnTo>
                <a:lnTo>
                  <a:pt x="97320" y="1968"/>
                </a:lnTo>
                <a:lnTo>
                  <a:pt x="95345" y="0"/>
                </a:lnTo>
                <a:close/>
              </a:path>
            </a:pathLst>
          </a:custGeom>
          <a:solidFill>
            <a:srgbClr val="484E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9414" y="136210"/>
            <a:ext cx="1658620" cy="30776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9414" y="136210"/>
            <a:ext cx="1658620" cy="30776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1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1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9414" y="136210"/>
            <a:ext cx="1658620" cy="30776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2207" y="6256023"/>
            <a:ext cx="393192" cy="3931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558783" y="629259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0" y="160019"/>
                </a:moveTo>
                <a:lnTo>
                  <a:pt x="8156" y="109440"/>
                </a:lnTo>
                <a:lnTo>
                  <a:pt x="30870" y="65513"/>
                </a:lnTo>
                <a:lnTo>
                  <a:pt x="65507" y="30873"/>
                </a:lnTo>
                <a:lnTo>
                  <a:pt x="109435" y="8157"/>
                </a:lnTo>
                <a:lnTo>
                  <a:pt x="160020" y="0"/>
                </a:lnTo>
                <a:lnTo>
                  <a:pt x="210604" y="8157"/>
                </a:lnTo>
                <a:lnTo>
                  <a:pt x="254532" y="30873"/>
                </a:lnTo>
                <a:lnTo>
                  <a:pt x="289169" y="65513"/>
                </a:lnTo>
                <a:lnTo>
                  <a:pt x="311883" y="109440"/>
                </a:lnTo>
                <a:lnTo>
                  <a:pt x="320040" y="160019"/>
                </a:lnTo>
                <a:lnTo>
                  <a:pt x="311883" y="210599"/>
                </a:lnTo>
                <a:lnTo>
                  <a:pt x="289169" y="254526"/>
                </a:lnTo>
                <a:lnTo>
                  <a:pt x="254532" y="289166"/>
                </a:lnTo>
                <a:lnTo>
                  <a:pt x="210604" y="311882"/>
                </a:lnTo>
                <a:lnTo>
                  <a:pt x="160020" y="320039"/>
                </a:lnTo>
                <a:lnTo>
                  <a:pt x="109435" y="311882"/>
                </a:lnTo>
                <a:lnTo>
                  <a:pt x="65507" y="289166"/>
                </a:lnTo>
                <a:lnTo>
                  <a:pt x="30870" y="254526"/>
                </a:lnTo>
                <a:lnTo>
                  <a:pt x="8156" y="210599"/>
                </a:lnTo>
                <a:lnTo>
                  <a:pt x="0" y="16001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9414" y="136210"/>
            <a:ext cx="16586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1"/>
            <a:ext cx="8229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22">
        <a:defRPr>
          <a:latin typeface="+mn-lt"/>
          <a:ea typeface="+mn-ea"/>
          <a:cs typeface="+mn-cs"/>
        </a:defRPr>
      </a:lvl2pPr>
      <a:lvl3pPr marL="914443">
        <a:defRPr>
          <a:latin typeface="+mn-lt"/>
          <a:ea typeface="+mn-ea"/>
          <a:cs typeface="+mn-cs"/>
        </a:defRPr>
      </a:lvl3pPr>
      <a:lvl4pPr marL="1371665">
        <a:defRPr>
          <a:latin typeface="+mn-lt"/>
          <a:ea typeface="+mn-ea"/>
          <a:cs typeface="+mn-cs"/>
        </a:defRPr>
      </a:lvl4pPr>
      <a:lvl5pPr marL="1828887">
        <a:defRPr>
          <a:latin typeface="+mn-lt"/>
          <a:ea typeface="+mn-ea"/>
          <a:cs typeface="+mn-cs"/>
        </a:defRPr>
      </a:lvl5pPr>
      <a:lvl6pPr marL="2286108">
        <a:defRPr>
          <a:latin typeface="+mn-lt"/>
          <a:ea typeface="+mn-ea"/>
          <a:cs typeface="+mn-cs"/>
        </a:defRPr>
      </a:lvl6pPr>
      <a:lvl7pPr marL="2743330">
        <a:defRPr>
          <a:latin typeface="+mn-lt"/>
          <a:ea typeface="+mn-ea"/>
          <a:cs typeface="+mn-cs"/>
        </a:defRPr>
      </a:lvl7pPr>
      <a:lvl8pPr marL="3200550">
        <a:defRPr>
          <a:latin typeface="+mn-lt"/>
          <a:ea typeface="+mn-ea"/>
          <a:cs typeface="+mn-cs"/>
        </a:defRPr>
      </a:lvl8pPr>
      <a:lvl9pPr marL="365777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2">
        <a:defRPr>
          <a:latin typeface="+mn-lt"/>
          <a:ea typeface="+mn-ea"/>
          <a:cs typeface="+mn-cs"/>
        </a:defRPr>
      </a:lvl2pPr>
      <a:lvl3pPr marL="914443">
        <a:defRPr>
          <a:latin typeface="+mn-lt"/>
          <a:ea typeface="+mn-ea"/>
          <a:cs typeface="+mn-cs"/>
        </a:defRPr>
      </a:lvl3pPr>
      <a:lvl4pPr marL="1371665">
        <a:defRPr>
          <a:latin typeface="+mn-lt"/>
          <a:ea typeface="+mn-ea"/>
          <a:cs typeface="+mn-cs"/>
        </a:defRPr>
      </a:lvl4pPr>
      <a:lvl5pPr marL="1828887">
        <a:defRPr>
          <a:latin typeface="+mn-lt"/>
          <a:ea typeface="+mn-ea"/>
          <a:cs typeface="+mn-cs"/>
        </a:defRPr>
      </a:lvl5pPr>
      <a:lvl6pPr marL="2286108">
        <a:defRPr>
          <a:latin typeface="+mn-lt"/>
          <a:ea typeface="+mn-ea"/>
          <a:cs typeface="+mn-cs"/>
        </a:defRPr>
      </a:lvl6pPr>
      <a:lvl7pPr marL="2743330">
        <a:defRPr>
          <a:latin typeface="+mn-lt"/>
          <a:ea typeface="+mn-ea"/>
          <a:cs typeface="+mn-cs"/>
        </a:defRPr>
      </a:lvl7pPr>
      <a:lvl8pPr marL="3200550">
        <a:defRPr>
          <a:latin typeface="+mn-lt"/>
          <a:ea typeface="+mn-ea"/>
          <a:cs typeface="+mn-cs"/>
        </a:defRPr>
      </a:lvl8pPr>
      <a:lvl9pPr marL="365777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1" y="1347216"/>
            <a:ext cx="7772400" cy="8077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85801" y="1484377"/>
            <a:ext cx="7772400" cy="3537585"/>
            <a:chOff x="685800" y="1484375"/>
            <a:chExt cx="7772400" cy="35375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4282440"/>
              <a:ext cx="7772400" cy="80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1484375"/>
              <a:ext cx="7772400" cy="35372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26630" y="419938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lnTo>
                    <a:pt x="2848" y="319869"/>
                  </a:lnTo>
                  <a:lnTo>
                    <a:pt x="11167" y="275682"/>
                  </a:lnTo>
                  <a:lnTo>
                    <a:pt x="24613" y="233542"/>
                  </a:lnTo>
                  <a:lnTo>
                    <a:pt x="42844" y="193790"/>
                  </a:lnTo>
                  <a:lnTo>
                    <a:pt x="65517" y="156770"/>
                  </a:lnTo>
                  <a:lnTo>
                    <a:pt x="92291" y="122822"/>
                  </a:lnTo>
                  <a:lnTo>
                    <a:pt x="122822" y="92291"/>
                  </a:lnTo>
                  <a:lnTo>
                    <a:pt x="156770" y="65517"/>
                  </a:lnTo>
                  <a:lnTo>
                    <a:pt x="193790" y="42844"/>
                  </a:lnTo>
                  <a:lnTo>
                    <a:pt x="233542" y="24613"/>
                  </a:lnTo>
                  <a:lnTo>
                    <a:pt x="275682" y="11167"/>
                  </a:lnTo>
                  <a:lnTo>
                    <a:pt x="319869" y="2848"/>
                  </a:lnTo>
                  <a:lnTo>
                    <a:pt x="365760" y="0"/>
                  </a:lnTo>
                  <a:lnTo>
                    <a:pt x="411650" y="2848"/>
                  </a:lnTo>
                  <a:lnTo>
                    <a:pt x="455837" y="11167"/>
                  </a:lnTo>
                  <a:lnTo>
                    <a:pt x="497977" y="24613"/>
                  </a:lnTo>
                  <a:lnTo>
                    <a:pt x="537729" y="42844"/>
                  </a:lnTo>
                  <a:lnTo>
                    <a:pt x="574749" y="65517"/>
                  </a:lnTo>
                  <a:lnTo>
                    <a:pt x="608697" y="92291"/>
                  </a:lnTo>
                  <a:lnTo>
                    <a:pt x="639228" y="122822"/>
                  </a:lnTo>
                  <a:lnTo>
                    <a:pt x="666002" y="156770"/>
                  </a:lnTo>
                  <a:lnTo>
                    <a:pt x="688675" y="193790"/>
                  </a:lnTo>
                  <a:lnTo>
                    <a:pt x="706906" y="233542"/>
                  </a:lnTo>
                  <a:lnTo>
                    <a:pt x="720352" y="275682"/>
                  </a:lnTo>
                  <a:lnTo>
                    <a:pt x="728671" y="319869"/>
                  </a:lnTo>
                  <a:lnTo>
                    <a:pt x="731520" y="365760"/>
                  </a:lnTo>
                  <a:lnTo>
                    <a:pt x="728671" y="411650"/>
                  </a:lnTo>
                  <a:lnTo>
                    <a:pt x="720352" y="455837"/>
                  </a:lnTo>
                  <a:lnTo>
                    <a:pt x="706906" y="497977"/>
                  </a:lnTo>
                  <a:lnTo>
                    <a:pt x="688675" y="537729"/>
                  </a:lnTo>
                  <a:lnTo>
                    <a:pt x="666002" y="574749"/>
                  </a:lnTo>
                  <a:lnTo>
                    <a:pt x="639228" y="608697"/>
                  </a:lnTo>
                  <a:lnTo>
                    <a:pt x="608697" y="639228"/>
                  </a:lnTo>
                  <a:lnTo>
                    <a:pt x="574749" y="666002"/>
                  </a:lnTo>
                  <a:lnTo>
                    <a:pt x="537729" y="688675"/>
                  </a:lnTo>
                  <a:lnTo>
                    <a:pt x="497977" y="706906"/>
                  </a:lnTo>
                  <a:lnTo>
                    <a:pt x="455837" y="720352"/>
                  </a:lnTo>
                  <a:lnTo>
                    <a:pt x="411650" y="728671"/>
                  </a:lnTo>
                  <a:lnTo>
                    <a:pt x="365760" y="731520"/>
                  </a:lnTo>
                  <a:lnTo>
                    <a:pt x="319869" y="728671"/>
                  </a:lnTo>
                  <a:lnTo>
                    <a:pt x="275682" y="720352"/>
                  </a:lnTo>
                  <a:lnTo>
                    <a:pt x="233542" y="706906"/>
                  </a:lnTo>
                  <a:lnTo>
                    <a:pt x="193790" y="688675"/>
                  </a:lnTo>
                  <a:lnTo>
                    <a:pt x="156770" y="666002"/>
                  </a:lnTo>
                  <a:lnTo>
                    <a:pt x="122822" y="639228"/>
                  </a:lnTo>
                  <a:lnTo>
                    <a:pt x="92291" y="608697"/>
                  </a:lnTo>
                  <a:lnTo>
                    <a:pt x="65517" y="574749"/>
                  </a:lnTo>
                  <a:lnTo>
                    <a:pt x="42844" y="537729"/>
                  </a:lnTo>
                  <a:lnTo>
                    <a:pt x="24613" y="497977"/>
                  </a:lnTo>
                  <a:lnTo>
                    <a:pt x="11167" y="455837"/>
                  </a:lnTo>
                  <a:lnTo>
                    <a:pt x="2848" y="411650"/>
                  </a:lnTo>
                  <a:lnTo>
                    <a:pt x="0" y="36576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8753" y="1767204"/>
              <a:ext cx="3264814" cy="6075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0305" y="2121420"/>
              <a:ext cx="167373" cy="70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8753" y="2537586"/>
              <a:ext cx="5581802" cy="6174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3991" y="3317874"/>
              <a:ext cx="2619590" cy="6174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81281" y="4387980"/>
            <a:ext cx="5433695" cy="53155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1">
              <a:lnSpc>
                <a:spcPts val="1939"/>
              </a:lnSpc>
              <a:spcBef>
                <a:spcPts val="344"/>
              </a:spcBef>
            </a:pPr>
            <a:r>
              <a:rPr spc="120" dirty="0">
                <a:latin typeface="Cambria"/>
                <a:cs typeface="Cambria"/>
              </a:rPr>
              <a:t>A</a:t>
            </a:r>
            <a:r>
              <a:rPr spc="1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platform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spc="100" dirty="0">
                <a:latin typeface="Cambria"/>
                <a:cs typeface="Cambria"/>
              </a:rPr>
              <a:t>bring</a:t>
            </a:r>
            <a:r>
              <a:rPr spc="145" dirty="0">
                <a:latin typeface="Cambria"/>
                <a:cs typeface="Cambria"/>
              </a:rPr>
              <a:t> </a:t>
            </a:r>
            <a:r>
              <a:rPr spc="49" dirty="0">
                <a:latin typeface="Cambria"/>
                <a:cs typeface="Cambria"/>
              </a:rPr>
              <a:t>handcrafted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rural</a:t>
            </a:r>
            <a:r>
              <a:rPr spc="1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products</a:t>
            </a:r>
            <a:r>
              <a:rPr spc="1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140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e- </a:t>
            </a:r>
            <a:r>
              <a:rPr spc="71" dirty="0">
                <a:latin typeface="Cambria"/>
                <a:cs typeface="Cambria"/>
              </a:rPr>
              <a:t>commerce</a:t>
            </a:r>
            <a:endParaRPr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03" y="1050293"/>
            <a:ext cx="1607756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0" y="1994131"/>
            <a:ext cx="7588884" cy="23031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Local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artisans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are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disconnected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from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digital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economy.</a:t>
            </a:r>
            <a:endParaRPr sz="2000">
              <a:latin typeface="Cambria"/>
              <a:cs typeface="Cambria"/>
            </a:endParaRPr>
          </a:p>
          <a:p>
            <a:pPr marL="194954" marR="272427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-6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They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lack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digital skills,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bank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accounts,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GST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registration,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and </a:t>
            </a:r>
            <a:r>
              <a:rPr sz="2000" spc="65" dirty="0">
                <a:latin typeface="Cambria"/>
                <a:cs typeface="Cambria"/>
              </a:rPr>
              <a:t>tech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support.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3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Middlemen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often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underpay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them,</a:t>
            </a:r>
            <a:r>
              <a:rPr sz="2000" spc="-49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taking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unfair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profits.</a:t>
            </a:r>
            <a:endParaRPr sz="2000">
              <a:latin typeface="Cambria"/>
              <a:cs typeface="Cambria"/>
            </a:endParaRPr>
          </a:p>
          <a:p>
            <a:pPr marL="194954" marR="5081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4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Traditional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handmade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crafts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are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slowly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dying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without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proper </a:t>
            </a:r>
            <a:r>
              <a:rPr sz="2000" spc="45" dirty="0">
                <a:latin typeface="Cambria"/>
                <a:cs typeface="Cambria"/>
              </a:rPr>
              <a:t>market.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604" y="1050293"/>
            <a:ext cx="1680819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1" y="1994131"/>
            <a:ext cx="7094220" cy="2021066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We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visit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villages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onboard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artisans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personally.</a:t>
            </a:r>
            <a:endParaRPr sz="2000">
              <a:latin typeface="Cambria"/>
              <a:cs typeface="Cambria"/>
            </a:endParaRPr>
          </a:p>
          <a:p>
            <a:pPr marL="194954" marR="1132258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00" dirty="0">
                <a:latin typeface="Cambria"/>
                <a:cs typeface="Cambria"/>
              </a:rPr>
              <a:t> Offer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full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support: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photography,</a:t>
            </a:r>
            <a:r>
              <a:rPr sz="2000" spc="-71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listing,</a:t>
            </a:r>
            <a:r>
              <a:rPr sz="2000" spc="-71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logistics, </a:t>
            </a:r>
            <a:r>
              <a:rPr sz="2000" spc="49" dirty="0">
                <a:latin typeface="Cambria"/>
                <a:cs typeface="Cambria"/>
              </a:rPr>
              <a:t>documentation.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3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80" dirty="0">
                <a:latin typeface="Cambria"/>
                <a:cs typeface="Cambria"/>
              </a:rPr>
              <a:t> Using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Amazon,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Flipkart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etc.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,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as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launch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platforms.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Ensure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fair</a:t>
            </a:r>
            <a:r>
              <a:rPr sz="2000" spc="191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trade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and</a:t>
            </a:r>
            <a:r>
              <a:rPr sz="2000" spc="169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visibility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authentic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rural</a:t>
            </a:r>
            <a:r>
              <a:rPr sz="2000" spc="159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products.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358" y="1050293"/>
            <a:ext cx="5007762" cy="46723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4" y="2115440"/>
            <a:ext cx="7566025" cy="2471830"/>
          </a:xfrm>
          <a:prstGeom prst="rect">
            <a:avLst/>
          </a:prstGeom>
        </p:spPr>
        <p:txBody>
          <a:bodyPr vert="horz" wrap="square" lIns="0" tIns="47624" rIns="0" bIns="0" rtlCol="0">
            <a:spAutoFit/>
          </a:bodyPr>
          <a:lstStyle/>
          <a:p>
            <a:pPr marL="194954" marR="669957" indent="-182889">
              <a:lnSpc>
                <a:spcPts val="2161"/>
              </a:lnSpc>
              <a:spcBef>
                <a:spcPts val="375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spc="71" dirty="0">
                <a:latin typeface="Cambria"/>
                <a:cs typeface="Cambria"/>
              </a:rPr>
              <a:t>"Empowering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artisans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go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global—</a:t>
            </a:r>
            <a:r>
              <a:rPr sz="2000" dirty="0">
                <a:latin typeface="Cambria"/>
                <a:cs typeface="Cambria"/>
              </a:rPr>
              <a:t>without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leaving </a:t>
            </a:r>
            <a:r>
              <a:rPr sz="2000" spc="-10" dirty="0">
                <a:latin typeface="Cambria"/>
                <a:cs typeface="Cambria"/>
              </a:rPr>
              <a:t>their </a:t>
            </a:r>
            <a:r>
              <a:rPr sz="2000" spc="80" dirty="0">
                <a:latin typeface="Cambria"/>
                <a:cs typeface="Cambria"/>
              </a:rPr>
              <a:t>village."</a:t>
            </a:r>
            <a:endParaRPr sz="2000">
              <a:latin typeface="Cambria"/>
              <a:cs typeface="Cambria"/>
            </a:endParaRPr>
          </a:p>
          <a:p>
            <a:pPr marL="194954" marR="5081" indent="-182889">
              <a:lnSpc>
                <a:spcPts val="2161"/>
              </a:lnSpc>
              <a:spcBef>
                <a:spcPts val="120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We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are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not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just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seller,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we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are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26" dirty="0">
                <a:latin typeface="Cambria"/>
                <a:cs typeface="Cambria"/>
              </a:rPr>
              <a:t>bridge</a:t>
            </a:r>
            <a:r>
              <a:rPr sz="2000" spc="80" dirty="0">
                <a:latin typeface="Cambria"/>
                <a:cs typeface="Cambria"/>
              </a:rPr>
              <a:t> between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heritage </a:t>
            </a:r>
            <a:r>
              <a:rPr sz="2000" spc="61" dirty="0">
                <a:latin typeface="Cambria"/>
                <a:cs typeface="Cambria"/>
              </a:rPr>
              <a:t>and </a:t>
            </a:r>
            <a:r>
              <a:rPr sz="2000" spc="45" dirty="0">
                <a:latin typeface="Cambria"/>
                <a:cs typeface="Cambria"/>
              </a:rPr>
              <a:t>market.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3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End-</a:t>
            </a:r>
            <a:r>
              <a:rPr sz="2000" dirty="0">
                <a:latin typeface="Cambria"/>
                <a:cs typeface="Cambria"/>
              </a:rPr>
              <a:t>to-</a:t>
            </a:r>
            <a:r>
              <a:rPr sz="2000" spc="114" dirty="0">
                <a:latin typeface="Cambria"/>
                <a:cs typeface="Cambria"/>
              </a:rPr>
              <a:t>end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solution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tailored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non-</a:t>
            </a:r>
            <a:r>
              <a:rPr sz="2000" spc="71" dirty="0">
                <a:latin typeface="Cambria"/>
                <a:cs typeface="Cambria"/>
              </a:rPr>
              <a:t>digital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rural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creators.</a:t>
            </a:r>
            <a:endParaRPr sz="2000">
              <a:latin typeface="Cambria"/>
              <a:cs typeface="Cambria"/>
            </a:endParaRPr>
          </a:p>
          <a:p>
            <a:pPr marL="194954" marR="438171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Story-</a:t>
            </a:r>
            <a:r>
              <a:rPr sz="2000" spc="120" dirty="0">
                <a:latin typeface="Cambria"/>
                <a:cs typeface="Cambria"/>
              </a:rPr>
              <a:t>based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marketing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connects </a:t>
            </a:r>
            <a:r>
              <a:rPr sz="2000" spc="55" dirty="0">
                <a:latin typeface="Cambria"/>
                <a:cs typeface="Cambria"/>
              </a:rPr>
              <a:t>customers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emotionally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to </a:t>
            </a:r>
            <a:r>
              <a:rPr sz="2000" spc="40" dirty="0">
                <a:latin typeface="Cambria"/>
                <a:cs typeface="Cambria"/>
              </a:rPr>
              <a:t>artisans.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63" y="1050293"/>
            <a:ext cx="3856481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3" y="1994130"/>
            <a:ext cx="7371715" cy="231601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Rural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artisans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craftspeople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(our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supply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side).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Conscious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buyers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looking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handmade,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ethical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products.</a:t>
            </a:r>
            <a:endParaRPr sz="2000">
              <a:latin typeface="Cambria"/>
              <a:cs typeface="Cambria"/>
            </a:endParaRPr>
          </a:p>
          <a:p>
            <a:pPr marL="194954" marR="5081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80" dirty="0">
                <a:latin typeface="Cambria"/>
                <a:cs typeface="Cambria"/>
              </a:rPr>
              <a:t> Exporters,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185" dirty="0">
                <a:latin typeface="Cambria"/>
                <a:cs typeface="Cambria"/>
              </a:rPr>
              <a:t>NGOs,</a:t>
            </a:r>
            <a:r>
              <a:rPr sz="2000" spc="-10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home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04" dirty="0">
                <a:latin typeface="Cambria"/>
                <a:cs typeface="Cambria"/>
              </a:rPr>
              <a:t>decor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brands</a:t>
            </a:r>
            <a:r>
              <a:rPr sz="2000" spc="49" dirty="0">
                <a:latin typeface="Cambria"/>
                <a:cs typeface="Cambria"/>
              </a:rPr>
              <a:t> interested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bulk </a:t>
            </a:r>
            <a:r>
              <a:rPr sz="2000" dirty="0">
                <a:latin typeface="Cambria"/>
                <a:cs typeface="Cambria"/>
              </a:rPr>
              <a:t>craft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orders.</a:t>
            </a:r>
            <a:endParaRPr sz="2000">
              <a:latin typeface="Cambria"/>
              <a:cs typeface="Cambria"/>
            </a:endParaRPr>
          </a:p>
          <a:p>
            <a:pPr marL="194954" marR="285128" indent="-182889">
              <a:lnSpc>
                <a:spcPts val="2161"/>
              </a:lnSpc>
              <a:spcBef>
                <a:spcPts val="120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Institutions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supporting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'Vocal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Local'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'Make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India' initiatives.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838" y="1050293"/>
            <a:ext cx="3411003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1" y="1994131"/>
            <a:ext cx="7193280" cy="23031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Commission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(15–20%)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104" dirty="0">
                <a:latin typeface="Cambria"/>
                <a:cs typeface="Cambria"/>
              </a:rPr>
              <a:t>per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product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sold.</a:t>
            </a:r>
            <a:endParaRPr sz="2000">
              <a:latin typeface="Cambria"/>
              <a:cs typeface="Cambria"/>
            </a:endParaRPr>
          </a:p>
          <a:p>
            <a:pPr marL="194954" marR="62868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b="1" spc="90" dirty="0">
                <a:latin typeface="Cambria"/>
                <a:cs typeface="Cambria"/>
              </a:rPr>
              <a:t>Premium</a:t>
            </a:r>
            <a:r>
              <a:rPr sz="2000" b="1" spc="95" dirty="0">
                <a:latin typeface="Cambria"/>
                <a:cs typeface="Cambria"/>
              </a:rPr>
              <a:t> </a:t>
            </a:r>
            <a:r>
              <a:rPr sz="2000" b="1" spc="49" dirty="0">
                <a:latin typeface="Cambria"/>
                <a:cs typeface="Cambria"/>
              </a:rPr>
              <a:t>onboarding</a:t>
            </a:r>
            <a:r>
              <a:rPr sz="2000" b="1" spc="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service: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better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packaging,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express </a:t>
            </a:r>
            <a:r>
              <a:rPr sz="2000" spc="65" dirty="0">
                <a:latin typeface="Cambria"/>
                <a:cs typeface="Cambria"/>
              </a:rPr>
              <a:t>listings,</a:t>
            </a:r>
            <a:r>
              <a:rPr sz="2000" spc="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custom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branding.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3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Bulk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B2B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orders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from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hotels,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stores,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 export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houses.</a:t>
            </a:r>
            <a:endParaRPr sz="2000">
              <a:latin typeface="Cambria"/>
              <a:cs typeface="Cambria"/>
            </a:endParaRPr>
          </a:p>
          <a:p>
            <a:pPr marL="194954" marR="5081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Workshops,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consulting,</a:t>
            </a:r>
            <a:r>
              <a:rPr sz="2000" spc="-61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training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sessions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sponsored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by </a:t>
            </a:r>
            <a:r>
              <a:rPr sz="2000" spc="140" dirty="0">
                <a:latin typeface="Cambria"/>
                <a:cs typeface="Cambria"/>
              </a:rPr>
              <a:t>CSR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181" dirty="0">
                <a:latin typeface="Cambria"/>
                <a:cs typeface="Cambria"/>
              </a:rPr>
              <a:t>NGOs.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59" y="1050293"/>
            <a:ext cx="1797558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1" y="1994131"/>
            <a:ext cx="7589520" cy="2021066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104" dirty="0">
                <a:latin typeface="Cambria"/>
                <a:cs typeface="Cambria"/>
              </a:rPr>
              <a:t>Village-</a:t>
            </a:r>
            <a:r>
              <a:rPr sz="2000" spc="71" dirty="0">
                <a:latin typeface="Cambria"/>
                <a:cs typeface="Cambria"/>
              </a:rPr>
              <a:t>level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onboarding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camps,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246" dirty="0">
                <a:latin typeface="Cambria"/>
                <a:cs typeface="Cambria"/>
              </a:rPr>
              <a:t>NGO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collaboration.</a:t>
            </a:r>
            <a:endParaRPr sz="2000">
              <a:latin typeface="Cambria"/>
              <a:cs typeface="Cambria"/>
            </a:endParaRPr>
          </a:p>
          <a:p>
            <a:pPr marL="194954" marR="5081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Digital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marketing,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reels,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influencer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tie-</a:t>
            </a:r>
            <a:r>
              <a:rPr sz="2000" spc="71" dirty="0">
                <a:latin typeface="Cambria"/>
                <a:cs typeface="Cambria"/>
              </a:rPr>
              <a:t>ups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showcase </a:t>
            </a:r>
            <a:r>
              <a:rPr sz="2000" spc="-10" dirty="0">
                <a:latin typeface="Cambria"/>
                <a:cs typeface="Cambria"/>
              </a:rPr>
              <a:t>artisan </a:t>
            </a:r>
            <a:r>
              <a:rPr sz="2000" spc="49" dirty="0">
                <a:latin typeface="Cambria"/>
                <a:cs typeface="Cambria"/>
              </a:rPr>
              <a:t>stories.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3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Amazon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Karigar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flipkart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as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listing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partners.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Pop-</a:t>
            </a:r>
            <a:r>
              <a:rPr sz="2000" spc="71" dirty="0">
                <a:latin typeface="Cambria"/>
                <a:cs typeface="Cambria"/>
              </a:rPr>
              <a:t>ups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at</a:t>
            </a:r>
            <a:r>
              <a:rPr sz="2000" spc="12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craft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melas,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exhibitions,</a:t>
            </a:r>
            <a:r>
              <a:rPr sz="2000" spc="-61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startup</a:t>
            </a:r>
            <a:r>
              <a:rPr sz="2000" spc="104" dirty="0">
                <a:latin typeface="Cambria"/>
                <a:cs typeface="Cambria"/>
              </a:rPr>
              <a:t> expos.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61" y="1050293"/>
            <a:ext cx="3051556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3" y="1994129"/>
            <a:ext cx="7590155" cy="2187778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Travel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&amp;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training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cost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59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village</a:t>
            </a:r>
            <a:r>
              <a:rPr sz="2000" spc="169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outreach.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Photography,</a:t>
            </a:r>
            <a:r>
              <a:rPr sz="2000" spc="-104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listing,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and</a:t>
            </a:r>
            <a:r>
              <a:rPr sz="2000" spc="71" dirty="0">
                <a:latin typeface="Cambria"/>
                <a:cs typeface="Cambria"/>
              </a:rPr>
              <a:t> digital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branding</a:t>
            </a:r>
            <a:r>
              <a:rPr sz="2000" spc="55" dirty="0">
                <a:latin typeface="Cambria"/>
                <a:cs typeface="Cambria"/>
              </a:rPr>
              <a:t> materials.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Packaging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standardization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4" dirty="0">
                <a:latin typeface="Cambria"/>
                <a:cs typeface="Cambria"/>
              </a:rPr>
              <a:t>labeling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4" dirty="0">
                <a:latin typeface="Cambria"/>
                <a:cs typeface="Cambria"/>
              </a:rPr>
              <a:t>e-</a:t>
            </a:r>
            <a:r>
              <a:rPr sz="2000" spc="85" dirty="0">
                <a:latin typeface="Cambria"/>
                <a:cs typeface="Cambria"/>
              </a:rPr>
              <a:t>commerce.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Salaries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logistics,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customer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support,</a:t>
            </a:r>
            <a:r>
              <a:rPr sz="2000" spc="-10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and </a:t>
            </a:r>
            <a:r>
              <a:rPr sz="2000" spc="65" dirty="0">
                <a:latin typeface="Cambria"/>
                <a:cs typeface="Cambria"/>
              </a:rPr>
              <a:t>account</a:t>
            </a:r>
            <a:r>
              <a:rPr sz="2000" spc="71" dirty="0">
                <a:latin typeface="Cambria"/>
                <a:cs typeface="Cambria"/>
              </a:rPr>
              <a:t> handlers.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E-</a:t>
            </a:r>
            <a:r>
              <a:rPr sz="2000" spc="90" dirty="0">
                <a:latin typeface="Cambria"/>
                <a:cs typeface="Cambria"/>
              </a:rPr>
              <a:t>commerce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platform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fees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and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online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marketing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04" dirty="0">
                <a:latin typeface="Cambria"/>
                <a:cs typeface="Cambria"/>
              </a:rPr>
              <a:t>expenses.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486" y="1050293"/>
            <a:ext cx="2384754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0" y="1994129"/>
            <a:ext cx="6457950" cy="175176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No.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artisans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on-</a:t>
            </a:r>
            <a:r>
              <a:rPr sz="2000" spc="100" dirty="0">
                <a:latin typeface="Cambria"/>
                <a:cs typeface="Cambria"/>
              </a:rPr>
              <a:t>boarded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active.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Monthly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Gross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Merchandise</a:t>
            </a:r>
            <a:r>
              <a:rPr sz="2000" spc="-104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Value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(GMV).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Repeat </a:t>
            </a:r>
            <a:r>
              <a:rPr sz="2000" spc="65" dirty="0">
                <a:latin typeface="Cambria"/>
                <a:cs typeface="Cambria"/>
              </a:rPr>
              <a:t>order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rate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customer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26" dirty="0">
                <a:latin typeface="Cambria"/>
                <a:cs typeface="Cambria"/>
              </a:rPr>
              <a:t>feedback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1" dirty="0">
                <a:latin typeface="Cambria"/>
                <a:cs typeface="Cambria"/>
              </a:rPr>
              <a:t>scores.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spc="10" dirty="0">
                <a:latin typeface="Cambria"/>
                <a:cs typeface="Cambria"/>
              </a:rPr>
              <a:t>-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Number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of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international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shipments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and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bulk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tie-</a:t>
            </a:r>
            <a:r>
              <a:rPr sz="2000" spc="71" dirty="0">
                <a:latin typeface="Cambria"/>
                <a:cs typeface="Cambria"/>
              </a:rPr>
              <a:t>ups.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361" y="1050293"/>
            <a:ext cx="3484905" cy="405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4540" y="1994131"/>
            <a:ext cx="7473950" cy="23031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4954" indent="-182254">
              <a:spcBef>
                <a:spcPts val="106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Early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grassroots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104" dirty="0">
                <a:latin typeface="Cambria"/>
                <a:cs typeface="Cambria"/>
              </a:rPr>
              <a:t>access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and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trust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remote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communities.</a:t>
            </a:r>
            <a:endParaRPr sz="2000">
              <a:latin typeface="Cambria"/>
              <a:cs typeface="Cambria"/>
            </a:endParaRPr>
          </a:p>
          <a:p>
            <a:pPr marL="194954" marR="250837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Storytelling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61" dirty="0">
                <a:latin typeface="Cambria"/>
                <a:cs typeface="Cambria"/>
              </a:rPr>
              <a:t>as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branding</a:t>
            </a:r>
            <a:r>
              <a:rPr sz="2000" spc="61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strategy—</a:t>
            </a:r>
            <a:r>
              <a:rPr sz="2000" spc="71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emotional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connection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buyers.</a:t>
            </a:r>
            <a:endParaRPr sz="2000">
              <a:latin typeface="Cambria"/>
              <a:cs typeface="Cambria"/>
            </a:endParaRPr>
          </a:p>
          <a:p>
            <a:pPr marL="194954" indent="-182254">
              <a:spcBef>
                <a:spcPts val="930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0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Operations </a:t>
            </a:r>
            <a:r>
              <a:rPr sz="2000" spc="90" dirty="0">
                <a:latin typeface="Cambria"/>
                <a:cs typeface="Cambria"/>
              </a:rPr>
              <a:t>model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focused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on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artisan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success,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not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just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profits.</a:t>
            </a:r>
            <a:endParaRPr sz="2000">
              <a:latin typeface="Cambria"/>
              <a:cs typeface="Cambria"/>
            </a:endParaRPr>
          </a:p>
          <a:p>
            <a:pPr marL="194954" marR="113035" indent="-182889">
              <a:lnSpc>
                <a:spcPts val="2161"/>
              </a:lnSpc>
              <a:spcBef>
                <a:spcPts val="1231"/>
              </a:spcBef>
              <a:buClr>
                <a:srgbClr val="9E3611"/>
              </a:buClr>
              <a:buSzPct val="85000"/>
              <a:buFont typeface="Wingdings"/>
              <a:buChar char=""/>
              <a:tabLst>
                <a:tab pos="194954" algn="l"/>
              </a:tabLst>
            </a:pPr>
            <a:r>
              <a:rPr sz="2000" dirty="0">
                <a:latin typeface="Cambria"/>
                <a:cs typeface="Cambria"/>
              </a:rPr>
              <a:t>-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Unique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handmade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9" dirty="0">
                <a:latin typeface="Cambria"/>
                <a:cs typeface="Cambria"/>
              </a:rPr>
              <a:t>products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cultural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significance—</a:t>
            </a:r>
            <a:r>
              <a:rPr sz="2000" spc="-20" dirty="0">
                <a:latin typeface="Cambria"/>
                <a:cs typeface="Cambria"/>
              </a:rPr>
              <a:t>hard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replicate.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1" y="1347216"/>
            <a:ext cx="7772400" cy="8077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85801" y="1484377"/>
            <a:ext cx="7772400" cy="3537585"/>
            <a:chOff x="685800" y="1484375"/>
            <a:chExt cx="7772400" cy="35375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4282440"/>
              <a:ext cx="7772400" cy="80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1484375"/>
              <a:ext cx="7772400" cy="35372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26630" y="4199381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lnTo>
                    <a:pt x="2848" y="319869"/>
                  </a:lnTo>
                  <a:lnTo>
                    <a:pt x="11167" y="275682"/>
                  </a:lnTo>
                  <a:lnTo>
                    <a:pt x="24613" y="233542"/>
                  </a:lnTo>
                  <a:lnTo>
                    <a:pt x="42844" y="193790"/>
                  </a:lnTo>
                  <a:lnTo>
                    <a:pt x="65517" y="156770"/>
                  </a:lnTo>
                  <a:lnTo>
                    <a:pt x="92291" y="122822"/>
                  </a:lnTo>
                  <a:lnTo>
                    <a:pt x="122822" y="92291"/>
                  </a:lnTo>
                  <a:lnTo>
                    <a:pt x="156770" y="65517"/>
                  </a:lnTo>
                  <a:lnTo>
                    <a:pt x="193790" y="42844"/>
                  </a:lnTo>
                  <a:lnTo>
                    <a:pt x="233542" y="24613"/>
                  </a:lnTo>
                  <a:lnTo>
                    <a:pt x="275682" y="11167"/>
                  </a:lnTo>
                  <a:lnTo>
                    <a:pt x="319869" y="2848"/>
                  </a:lnTo>
                  <a:lnTo>
                    <a:pt x="365760" y="0"/>
                  </a:lnTo>
                  <a:lnTo>
                    <a:pt x="411650" y="2848"/>
                  </a:lnTo>
                  <a:lnTo>
                    <a:pt x="455837" y="11167"/>
                  </a:lnTo>
                  <a:lnTo>
                    <a:pt x="497977" y="24613"/>
                  </a:lnTo>
                  <a:lnTo>
                    <a:pt x="537729" y="42844"/>
                  </a:lnTo>
                  <a:lnTo>
                    <a:pt x="574749" y="65517"/>
                  </a:lnTo>
                  <a:lnTo>
                    <a:pt x="608697" y="92291"/>
                  </a:lnTo>
                  <a:lnTo>
                    <a:pt x="639228" y="122822"/>
                  </a:lnTo>
                  <a:lnTo>
                    <a:pt x="666002" y="156770"/>
                  </a:lnTo>
                  <a:lnTo>
                    <a:pt x="688675" y="193790"/>
                  </a:lnTo>
                  <a:lnTo>
                    <a:pt x="706906" y="233542"/>
                  </a:lnTo>
                  <a:lnTo>
                    <a:pt x="720352" y="275682"/>
                  </a:lnTo>
                  <a:lnTo>
                    <a:pt x="728671" y="319869"/>
                  </a:lnTo>
                  <a:lnTo>
                    <a:pt x="731520" y="365760"/>
                  </a:lnTo>
                  <a:lnTo>
                    <a:pt x="728671" y="411650"/>
                  </a:lnTo>
                  <a:lnTo>
                    <a:pt x="720352" y="455837"/>
                  </a:lnTo>
                  <a:lnTo>
                    <a:pt x="706906" y="497977"/>
                  </a:lnTo>
                  <a:lnTo>
                    <a:pt x="688675" y="537729"/>
                  </a:lnTo>
                  <a:lnTo>
                    <a:pt x="666002" y="574749"/>
                  </a:lnTo>
                  <a:lnTo>
                    <a:pt x="639228" y="608697"/>
                  </a:lnTo>
                  <a:lnTo>
                    <a:pt x="608697" y="639228"/>
                  </a:lnTo>
                  <a:lnTo>
                    <a:pt x="574749" y="666002"/>
                  </a:lnTo>
                  <a:lnTo>
                    <a:pt x="537729" y="688675"/>
                  </a:lnTo>
                  <a:lnTo>
                    <a:pt x="497977" y="706906"/>
                  </a:lnTo>
                  <a:lnTo>
                    <a:pt x="455837" y="720352"/>
                  </a:lnTo>
                  <a:lnTo>
                    <a:pt x="411650" y="728671"/>
                  </a:lnTo>
                  <a:lnTo>
                    <a:pt x="365760" y="731520"/>
                  </a:lnTo>
                  <a:lnTo>
                    <a:pt x="319869" y="728671"/>
                  </a:lnTo>
                  <a:lnTo>
                    <a:pt x="275682" y="720352"/>
                  </a:lnTo>
                  <a:lnTo>
                    <a:pt x="233542" y="706906"/>
                  </a:lnTo>
                  <a:lnTo>
                    <a:pt x="193790" y="688675"/>
                  </a:lnTo>
                  <a:lnTo>
                    <a:pt x="156770" y="666002"/>
                  </a:lnTo>
                  <a:lnTo>
                    <a:pt x="122822" y="639228"/>
                  </a:lnTo>
                  <a:lnTo>
                    <a:pt x="92291" y="608697"/>
                  </a:lnTo>
                  <a:lnTo>
                    <a:pt x="65517" y="574749"/>
                  </a:lnTo>
                  <a:lnTo>
                    <a:pt x="42844" y="537729"/>
                  </a:lnTo>
                  <a:lnTo>
                    <a:pt x="24613" y="497977"/>
                  </a:lnTo>
                  <a:lnTo>
                    <a:pt x="11167" y="455837"/>
                  </a:lnTo>
                  <a:lnTo>
                    <a:pt x="2848" y="411650"/>
                  </a:lnTo>
                  <a:lnTo>
                    <a:pt x="0" y="36576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37485" y="2537586"/>
              <a:ext cx="3687444" cy="61747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3562" y="700535"/>
            <a:ext cx="8991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74633" algn="l"/>
                <a:tab pos="353076" algn="l"/>
              </a:tabLst>
            </a:pPr>
            <a:r>
              <a:rPr sz="900" b="1" u="dbl" dirty="0">
                <a:solidFill>
                  <a:srgbClr val="484E69"/>
                </a:solidFill>
                <a:uFill>
                  <a:solidFill>
                    <a:srgbClr val="F0E9E2"/>
                  </a:solidFill>
                </a:uFill>
                <a:latin typeface="Trebuchet MS"/>
                <a:cs typeface="Trebuchet MS"/>
              </a:rPr>
              <a:t>	</a:t>
            </a:r>
            <a:r>
              <a:rPr sz="900" b="1" dirty="0">
                <a:solidFill>
                  <a:srgbClr val="484E69"/>
                </a:solidFill>
                <a:latin typeface="Trebuchet MS"/>
                <a:cs typeface="Trebuchet MS"/>
              </a:rPr>
              <a:t>	</a:t>
            </a: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SOLUTION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4711" y="701423"/>
            <a:ext cx="1069976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20" dirty="0">
                <a:solidFill>
                  <a:srgbClr val="484E69"/>
                </a:solidFill>
                <a:latin typeface="Trebuchet MS"/>
                <a:cs typeface="Trebuchet MS"/>
              </a:rPr>
              <a:t>UNFAIR</a:t>
            </a:r>
            <a:r>
              <a:rPr sz="900" b="1" spc="-40" dirty="0">
                <a:solidFill>
                  <a:srgbClr val="484E69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ADVANTAGE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4178" y="2185227"/>
            <a:ext cx="70548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dirty="0">
                <a:solidFill>
                  <a:srgbClr val="484E69"/>
                </a:solidFill>
                <a:latin typeface="Trebuchet MS"/>
                <a:cs typeface="Trebuchet MS"/>
              </a:rPr>
              <a:t>KEY</a:t>
            </a:r>
            <a:r>
              <a:rPr sz="900" b="1" spc="-75" dirty="0">
                <a:solidFill>
                  <a:srgbClr val="484E69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METRICS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4710" y="2185227"/>
            <a:ext cx="58039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CHANNELS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81400" y="136209"/>
            <a:ext cx="221149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LEAN</a:t>
            </a:r>
            <a:r>
              <a:rPr spc="49" dirty="0"/>
              <a:t> </a:t>
            </a:r>
            <a:r>
              <a:rPr spc="-10" dirty="0"/>
              <a:t>CANVAS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3734" y="700534"/>
            <a:ext cx="51943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PROBLEM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722" y="3672017"/>
            <a:ext cx="95504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COST</a:t>
            </a:r>
            <a:r>
              <a:rPr sz="900" b="1" spc="-45" dirty="0">
                <a:solidFill>
                  <a:srgbClr val="484E69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STRUCTURE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6429" y="635892"/>
            <a:ext cx="793114" cy="30264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1">
              <a:lnSpc>
                <a:spcPts val="1050"/>
              </a:lnSpc>
              <a:spcBef>
                <a:spcPts val="159"/>
              </a:spcBef>
            </a:pP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UNIQUE</a:t>
            </a:r>
            <a:r>
              <a:rPr sz="900" b="1" spc="-49" dirty="0">
                <a:solidFill>
                  <a:srgbClr val="484E69"/>
                </a:solidFill>
                <a:latin typeface="Trebuchet MS"/>
                <a:cs typeface="Trebuchet MS"/>
              </a:rPr>
              <a:t> </a:t>
            </a:r>
            <a:r>
              <a:rPr sz="900" b="1" spc="-40" dirty="0">
                <a:solidFill>
                  <a:srgbClr val="484E69"/>
                </a:solidFill>
                <a:latin typeface="Trebuchet MS"/>
                <a:cs typeface="Trebuchet MS"/>
              </a:rPr>
              <a:t>VALUE </a:t>
            </a: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PROPOSITION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4579" y="635892"/>
            <a:ext cx="596900" cy="30264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1">
              <a:lnSpc>
                <a:spcPts val="1050"/>
              </a:lnSpc>
              <a:spcBef>
                <a:spcPts val="159"/>
              </a:spcBef>
            </a:pPr>
            <a:r>
              <a:rPr sz="900" b="1" spc="-20" dirty="0">
                <a:solidFill>
                  <a:srgbClr val="484E69"/>
                </a:solidFill>
                <a:latin typeface="Trebuchet MS"/>
                <a:cs typeface="Trebuchet MS"/>
              </a:rPr>
              <a:t>CUSTOMER </a:t>
            </a: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SEGMENTS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6031" y="3672017"/>
            <a:ext cx="1004569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25" dirty="0">
                <a:solidFill>
                  <a:srgbClr val="484E69"/>
                </a:solidFill>
                <a:latin typeface="Trebuchet MS"/>
                <a:cs typeface="Trebuchet MS"/>
              </a:rPr>
              <a:t>REVENUE</a:t>
            </a:r>
            <a:r>
              <a:rPr sz="900" b="1" spc="-35" dirty="0">
                <a:solidFill>
                  <a:srgbClr val="484E69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484E69"/>
                </a:solidFill>
                <a:latin typeface="Trebuchet MS"/>
                <a:cs typeface="Trebuchet MS"/>
              </a:rPr>
              <a:t>STREAMS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126" y="1221423"/>
            <a:ext cx="16510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4" marR="189238"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Artisans</a:t>
            </a:r>
            <a:r>
              <a:rPr sz="1200" spc="-6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lack </a:t>
            </a:r>
            <a:r>
              <a:rPr sz="1200" spc="-10" dirty="0">
                <a:latin typeface="Arial MT"/>
                <a:cs typeface="Arial MT"/>
              </a:rPr>
              <a:t>access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6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e-</a:t>
            </a:r>
            <a:r>
              <a:rPr sz="1200" dirty="0">
                <a:latin typeface="Arial MT"/>
                <a:cs typeface="Arial MT"/>
              </a:rPr>
              <a:t>commerce</a:t>
            </a:r>
            <a:r>
              <a:rPr sz="1200" spc="-6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fair </a:t>
            </a:r>
            <a:r>
              <a:rPr sz="1200" spc="-10" dirty="0">
                <a:latin typeface="Arial MT"/>
                <a:cs typeface="Arial MT"/>
              </a:rPr>
              <a:t>markets.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9139" y="1266383"/>
            <a:ext cx="1524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1"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Complete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digital </a:t>
            </a:r>
            <a:r>
              <a:rPr sz="1200" dirty="0">
                <a:latin typeface="Arial MT"/>
                <a:cs typeface="Arial MT"/>
              </a:rPr>
              <a:t>transformation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16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local craftsmen.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3231" y="1153137"/>
            <a:ext cx="894716" cy="1819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99" b="1" dirty="0">
                <a:latin typeface="Arial"/>
                <a:cs typeface="Arial"/>
              </a:rPr>
              <a:t>For</a:t>
            </a:r>
            <a:r>
              <a:rPr sz="1099" b="1" spc="-30" dirty="0">
                <a:latin typeface="Arial"/>
                <a:cs typeface="Arial"/>
              </a:rPr>
              <a:t> </a:t>
            </a:r>
            <a:r>
              <a:rPr sz="1099" b="1" spc="-10" dirty="0">
                <a:latin typeface="Arial"/>
                <a:cs typeface="Arial"/>
              </a:rPr>
              <a:t>Artisans:</a:t>
            </a:r>
            <a:endParaRPr sz="1099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93232" y="1488757"/>
            <a:ext cx="1294765" cy="8579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8" indent="-140976">
              <a:spcBef>
                <a:spcPts val="95"/>
              </a:spcBef>
              <a:buChar char="•"/>
              <a:tabLst>
                <a:tab pos="153678" algn="l"/>
              </a:tabLst>
            </a:pPr>
            <a:r>
              <a:rPr sz="1099" dirty="0">
                <a:latin typeface="Arial MT"/>
                <a:cs typeface="Arial MT"/>
              </a:rPr>
              <a:t>Field</a:t>
            </a:r>
            <a:r>
              <a:rPr sz="1099" spc="-49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visits</a:t>
            </a:r>
            <a:endParaRPr sz="1099">
              <a:latin typeface="Arial MT"/>
              <a:cs typeface="Arial MT"/>
            </a:endParaRPr>
          </a:p>
          <a:p>
            <a:pPr marL="153043" marR="60327" indent="-140976">
              <a:buChar char="•"/>
              <a:tabLst>
                <a:tab pos="155582" algn="l"/>
              </a:tabLst>
            </a:pPr>
            <a:r>
              <a:rPr sz="1099" dirty="0">
                <a:latin typeface="Arial MT"/>
                <a:cs typeface="Arial MT"/>
              </a:rPr>
              <a:t>Partnerships</a:t>
            </a:r>
            <a:r>
              <a:rPr sz="1099" spc="-75" dirty="0">
                <a:latin typeface="Arial MT"/>
                <a:cs typeface="Arial MT"/>
              </a:rPr>
              <a:t> </a:t>
            </a:r>
            <a:r>
              <a:rPr sz="1099" spc="-20" dirty="0">
                <a:latin typeface="Arial MT"/>
                <a:cs typeface="Arial MT"/>
              </a:rPr>
              <a:t>with 	</a:t>
            </a:r>
            <a:r>
              <a:rPr sz="1099" spc="-10" dirty="0">
                <a:latin typeface="Arial MT"/>
                <a:cs typeface="Arial MT"/>
              </a:rPr>
              <a:t>NGOs.</a:t>
            </a:r>
            <a:endParaRPr sz="1099">
              <a:latin typeface="Arial MT"/>
              <a:cs typeface="Arial MT"/>
            </a:endParaRPr>
          </a:p>
          <a:p>
            <a:pPr marL="140976" indent="-140976" algn="ctr">
              <a:buChar char="•"/>
              <a:tabLst>
                <a:tab pos="140976" algn="l"/>
              </a:tabLst>
            </a:pPr>
            <a:r>
              <a:rPr sz="1099" dirty="0">
                <a:latin typeface="Arial MT"/>
                <a:cs typeface="Arial MT"/>
              </a:rPr>
              <a:t>Workshops</a:t>
            </a:r>
            <a:r>
              <a:rPr sz="1099" spc="-61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during</a:t>
            </a:r>
            <a:endParaRPr sz="1099">
              <a:latin typeface="Arial MT"/>
              <a:cs typeface="Arial MT"/>
            </a:endParaRPr>
          </a:p>
          <a:p>
            <a:pPr marR="34927" algn="ctr"/>
            <a:r>
              <a:rPr sz="1099" dirty="0">
                <a:latin typeface="Arial MT"/>
                <a:cs typeface="Arial MT"/>
              </a:rPr>
              <a:t>local</a:t>
            </a:r>
            <a:r>
              <a:rPr sz="1099" spc="-20" dirty="0">
                <a:latin typeface="Arial MT"/>
                <a:cs typeface="Arial MT"/>
              </a:rPr>
              <a:t> </a:t>
            </a:r>
            <a:r>
              <a:rPr sz="1099" dirty="0">
                <a:latin typeface="Arial MT"/>
                <a:cs typeface="Arial MT"/>
              </a:rPr>
              <a:t>craft</a:t>
            </a:r>
            <a:r>
              <a:rPr sz="1099" spc="-16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fairs.</a:t>
            </a:r>
            <a:endParaRPr sz="1099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93229" y="2494724"/>
            <a:ext cx="807720" cy="181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99" b="1" dirty="0">
                <a:latin typeface="Arial"/>
                <a:cs typeface="Arial"/>
              </a:rPr>
              <a:t>For</a:t>
            </a:r>
            <a:r>
              <a:rPr sz="1099" b="1" spc="-25" dirty="0">
                <a:latin typeface="Arial"/>
                <a:cs typeface="Arial"/>
              </a:rPr>
              <a:t> </a:t>
            </a:r>
            <a:r>
              <a:rPr sz="1099" b="1" spc="-10" dirty="0">
                <a:latin typeface="Arial"/>
                <a:cs typeface="Arial"/>
              </a:rPr>
              <a:t>Buyers:</a:t>
            </a:r>
            <a:endParaRPr sz="1099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93231" y="2830006"/>
            <a:ext cx="1598296" cy="519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8" indent="-140976">
              <a:spcBef>
                <a:spcPts val="95"/>
              </a:spcBef>
              <a:buChar char="•"/>
              <a:tabLst>
                <a:tab pos="153678" algn="l"/>
              </a:tabLst>
            </a:pPr>
            <a:r>
              <a:rPr sz="1099" dirty="0">
                <a:latin typeface="Arial MT"/>
                <a:cs typeface="Arial MT"/>
              </a:rPr>
              <a:t>Online</a:t>
            </a:r>
            <a:r>
              <a:rPr sz="1099" spc="-55" dirty="0">
                <a:latin typeface="Arial MT"/>
                <a:cs typeface="Arial MT"/>
              </a:rPr>
              <a:t> </a:t>
            </a:r>
            <a:r>
              <a:rPr sz="1099" dirty="0">
                <a:latin typeface="Arial MT"/>
                <a:cs typeface="Arial MT"/>
              </a:rPr>
              <a:t>Product</a:t>
            </a:r>
            <a:r>
              <a:rPr sz="1099" spc="-45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listings.</a:t>
            </a:r>
            <a:endParaRPr sz="1099">
              <a:latin typeface="Arial MT"/>
              <a:cs typeface="Arial MT"/>
            </a:endParaRPr>
          </a:p>
          <a:p>
            <a:pPr marL="153678" indent="-140976">
              <a:buChar char="•"/>
              <a:tabLst>
                <a:tab pos="153678" algn="l"/>
              </a:tabLst>
            </a:pPr>
            <a:r>
              <a:rPr sz="1099" dirty="0">
                <a:latin typeface="Arial MT"/>
                <a:cs typeface="Arial MT"/>
              </a:rPr>
              <a:t>Social</a:t>
            </a:r>
            <a:r>
              <a:rPr sz="1099" spc="-49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media</a:t>
            </a:r>
            <a:endParaRPr sz="1099">
              <a:latin typeface="Arial MT"/>
              <a:cs typeface="Arial MT"/>
            </a:endParaRPr>
          </a:p>
          <a:p>
            <a:pPr marL="153678" indent="-140976">
              <a:buChar char="•"/>
              <a:tabLst>
                <a:tab pos="153678" algn="l"/>
              </a:tabLst>
            </a:pPr>
            <a:r>
              <a:rPr sz="1099" dirty="0">
                <a:latin typeface="Arial MT"/>
                <a:cs typeface="Arial MT"/>
              </a:rPr>
              <a:t>Influencer</a:t>
            </a:r>
            <a:r>
              <a:rPr sz="1099" spc="-40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tie-</a:t>
            </a:r>
            <a:r>
              <a:rPr sz="1099" spc="-25" dirty="0">
                <a:latin typeface="Arial MT"/>
                <a:cs typeface="Arial MT"/>
              </a:rPr>
              <a:t>ups</a:t>
            </a:r>
            <a:endParaRPr sz="1099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90547" y="1191745"/>
            <a:ext cx="12014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1"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Full-service </a:t>
            </a:r>
            <a:r>
              <a:rPr sz="1200" dirty="0">
                <a:latin typeface="Arial MT"/>
                <a:cs typeface="Arial MT"/>
              </a:rPr>
              <a:t>onboarding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managed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listings</a:t>
            </a:r>
            <a:r>
              <a:rPr sz="900" spc="-10" dirty="0"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96064" y="2616645"/>
            <a:ext cx="849630" cy="181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84" indent="-168283">
              <a:spcBef>
                <a:spcPts val="95"/>
              </a:spcBef>
              <a:buChar char="•"/>
              <a:tabLst>
                <a:tab pos="180984" algn="l"/>
              </a:tabLst>
            </a:pPr>
            <a:r>
              <a:rPr sz="1099" dirty="0">
                <a:latin typeface="Arial MT"/>
                <a:cs typeface="Arial MT"/>
              </a:rPr>
              <a:t>Field</a:t>
            </a:r>
            <a:r>
              <a:rPr sz="1099" spc="-40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visits</a:t>
            </a:r>
            <a:endParaRPr sz="1099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96065" y="2784285"/>
            <a:ext cx="1238249" cy="688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84" indent="-168283">
              <a:spcBef>
                <a:spcPts val="95"/>
              </a:spcBef>
              <a:buChar char="•"/>
              <a:tabLst>
                <a:tab pos="180984" algn="l"/>
              </a:tabLst>
            </a:pPr>
            <a:r>
              <a:rPr sz="1099" spc="-20" dirty="0">
                <a:latin typeface="Arial MT"/>
                <a:cs typeface="Arial MT"/>
              </a:rPr>
              <a:t>NGOs</a:t>
            </a:r>
            <a:endParaRPr sz="1099">
              <a:latin typeface="Arial MT"/>
              <a:cs typeface="Arial MT"/>
            </a:endParaRPr>
          </a:p>
          <a:p>
            <a:pPr marL="180984" indent="-168283">
              <a:buChar char="•"/>
              <a:tabLst>
                <a:tab pos="180984" algn="l"/>
              </a:tabLst>
            </a:pPr>
            <a:r>
              <a:rPr sz="1099" dirty="0">
                <a:latin typeface="Arial MT"/>
                <a:cs typeface="Arial MT"/>
              </a:rPr>
              <a:t>Social</a:t>
            </a:r>
            <a:r>
              <a:rPr sz="1099" spc="-55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media</a:t>
            </a:r>
            <a:endParaRPr sz="1099">
              <a:latin typeface="Arial MT"/>
              <a:cs typeface="Arial MT"/>
            </a:endParaRPr>
          </a:p>
          <a:p>
            <a:pPr marL="180984" marR="5081" indent="-168283">
              <a:buChar char="•"/>
              <a:tabLst>
                <a:tab pos="184159" algn="l"/>
              </a:tabLst>
            </a:pPr>
            <a:r>
              <a:rPr sz="1099" dirty="0">
                <a:latin typeface="Arial MT"/>
                <a:cs typeface="Arial MT"/>
              </a:rPr>
              <a:t>Amazon</a:t>
            </a:r>
            <a:r>
              <a:rPr sz="1099" spc="-61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Karigar, 	</a:t>
            </a:r>
            <a:r>
              <a:rPr sz="1099" dirty="0">
                <a:latin typeface="Arial MT"/>
                <a:cs typeface="Arial MT"/>
              </a:rPr>
              <a:t>Flipkart</a:t>
            </a:r>
            <a:r>
              <a:rPr sz="1099" spc="-40" dirty="0">
                <a:latin typeface="Arial MT"/>
                <a:cs typeface="Arial MT"/>
              </a:rPr>
              <a:t> </a:t>
            </a:r>
            <a:r>
              <a:rPr sz="1099" spc="-20" dirty="0">
                <a:latin typeface="Arial MT"/>
                <a:cs typeface="Arial MT"/>
              </a:rPr>
              <a:t>etc.</a:t>
            </a:r>
            <a:endParaRPr sz="1099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57964" y="1262252"/>
            <a:ext cx="1398270" cy="519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8" indent="-140976">
              <a:spcBef>
                <a:spcPts val="95"/>
              </a:spcBef>
              <a:buChar char="•"/>
              <a:tabLst>
                <a:tab pos="153678" algn="l"/>
              </a:tabLst>
            </a:pPr>
            <a:r>
              <a:rPr sz="1099" dirty="0">
                <a:latin typeface="Arial MT"/>
                <a:cs typeface="Arial MT"/>
              </a:rPr>
              <a:t>Early</a:t>
            </a:r>
            <a:r>
              <a:rPr sz="1099" spc="-45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entry</a:t>
            </a:r>
            <a:endParaRPr sz="1099">
              <a:latin typeface="Arial MT"/>
              <a:cs typeface="Arial MT"/>
            </a:endParaRPr>
          </a:p>
          <a:p>
            <a:pPr marL="153678" indent="-140976">
              <a:buChar char="•"/>
              <a:tabLst>
                <a:tab pos="153678" algn="l"/>
              </a:tabLst>
            </a:pPr>
            <a:r>
              <a:rPr sz="1099" dirty="0">
                <a:latin typeface="Arial MT"/>
                <a:cs typeface="Arial MT"/>
              </a:rPr>
              <a:t>Deep</a:t>
            </a:r>
            <a:r>
              <a:rPr sz="1099" spc="-40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trust</a:t>
            </a:r>
            <a:endParaRPr sz="1099">
              <a:latin typeface="Arial MT"/>
              <a:cs typeface="Arial MT"/>
            </a:endParaRPr>
          </a:p>
          <a:p>
            <a:pPr marL="153678" indent="-140976">
              <a:spcBef>
                <a:spcPts val="6"/>
              </a:spcBef>
              <a:buChar char="•"/>
              <a:tabLst>
                <a:tab pos="153678" algn="l"/>
              </a:tabLst>
            </a:pPr>
            <a:r>
              <a:rPr sz="1099" dirty="0">
                <a:latin typeface="Arial MT"/>
                <a:cs typeface="Arial MT"/>
              </a:rPr>
              <a:t>Real</a:t>
            </a:r>
            <a:r>
              <a:rPr sz="1099" spc="-35" dirty="0">
                <a:latin typeface="Arial MT"/>
                <a:cs typeface="Arial MT"/>
              </a:rPr>
              <a:t> </a:t>
            </a:r>
            <a:r>
              <a:rPr sz="1099" dirty="0">
                <a:latin typeface="Arial MT"/>
                <a:cs typeface="Arial MT"/>
              </a:rPr>
              <a:t>artisan</a:t>
            </a:r>
            <a:r>
              <a:rPr sz="1099" spc="-30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stories</a:t>
            </a:r>
            <a:r>
              <a:rPr sz="900" spc="-10" dirty="0"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2449" y="2631123"/>
            <a:ext cx="1471295" cy="688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84" indent="-168283">
              <a:spcBef>
                <a:spcPts val="95"/>
              </a:spcBef>
              <a:buChar char="•"/>
              <a:tabLst>
                <a:tab pos="180984" algn="l"/>
              </a:tabLst>
            </a:pPr>
            <a:r>
              <a:rPr sz="1099" spc="-10" dirty="0">
                <a:latin typeface="Arial MT"/>
                <a:cs typeface="Arial MT"/>
              </a:rPr>
              <a:t>Sales</a:t>
            </a:r>
            <a:endParaRPr sz="1099">
              <a:latin typeface="Arial MT"/>
              <a:cs typeface="Arial MT"/>
            </a:endParaRPr>
          </a:p>
          <a:p>
            <a:pPr marL="180984" indent="-168283">
              <a:buChar char="•"/>
              <a:tabLst>
                <a:tab pos="180984" algn="l"/>
              </a:tabLst>
            </a:pPr>
            <a:r>
              <a:rPr sz="1099" spc="-10" dirty="0">
                <a:latin typeface="Arial MT"/>
                <a:cs typeface="Arial MT"/>
              </a:rPr>
              <a:t>On-</a:t>
            </a:r>
            <a:r>
              <a:rPr sz="1099" dirty="0">
                <a:latin typeface="Arial MT"/>
                <a:cs typeface="Arial MT"/>
              </a:rPr>
              <a:t>boarded</a:t>
            </a:r>
            <a:r>
              <a:rPr sz="1099" spc="-30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artisans</a:t>
            </a:r>
            <a:endParaRPr sz="1099">
              <a:latin typeface="Arial MT"/>
              <a:cs typeface="Arial MT"/>
            </a:endParaRPr>
          </a:p>
          <a:p>
            <a:pPr marL="180984" indent="-168283">
              <a:buChar char="•"/>
              <a:tabLst>
                <a:tab pos="180984" algn="l"/>
              </a:tabLst>
            </a:pPr>
            <a:r>
              <a:rPr sz="1099" spc="-10" dirty="0">
                <a:latin typeface="Arial MT"/>
                <a:cs typeface="Arial MT"/>
              </a:rPr>
              <a:t>Reviews</a:t>
            </a:r>
            <a:endParaRPr sz="1099">
              <a:latin typeface="Arial MT"/>
              <a:cs typeface="Arial MT"/>
            </a:endParaRPr>
          </a:p>
          <a:p>
            <a:pPr marL="181619" indent="-168918">
              <a:buChar char="•"/>
              <a:tabLst>
                <a:tab pos="181619" algn="l"/>
              </a:tabLst>
            </a:pPr>
            <a:r>
              <a:rPr sz="1099" dirty="0">
                <a:latin typeface="Arial MT"/>
                <a:cs typeface="Arial MT"/>
              </a:rPr>
              <a:t>Brand</a:t>
            </a:r>
            <a:r>
              <a:rPr sz="1099" spc="-45" dirty="0">
                <a:latin typeface="Arial MT"/>
                <a:cs typeface="Arial MT"/>
              </a:rPr>
              <a:t> </a:t>
            </a:r>
            <a:r>
              <a:rPr sz="1099" spc="-10" dirty="0">
                <a:latin typeface="Arial MT"/>
                <a:cs typeface="Arial MT"/>
              </a:rPr>
              <a:t>growth.</a:t>
            </a:r>
            <a:endParaRPr sz="1099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13784" y="4164142"/>
            <a:ext cx="42786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828" indent="-144152">
              <a:spcBef>
                <a:spcPts val="100"/>
              </a:spcBef>
              <a:buChar char="•"/>
              <a:tabLst>
                <a:tab pos="384828" algn="l"/>
              </a:tabLst>
            </a:pPr>
            <a:r>
              <a:rPr sz="1200" dirty="0">
                <a:latin typeface="Arial MT"/>
                <a:cs typeface="Arial MT"/>
              </a:rPr>
              <a:t>Commission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(15–20%)</a:t>
            </a:r>
            <a:endParaRPr sz="1200">
              <a:latin typeface="Arial MT"/>
              <a:cs typeface="Arial MT"/>
            </a:endParaRPr>
          </a:p>
          <a:p>
            <a:pPr marL="384828" indent="-144152">
              <a:buChar char="•"/>
              <a:tabLst>
                <a:tab pos="384828" algn="l"/>
              </a:tabLst>
            </a:pPr>
            <a:r>
              <a:rPr sz="1200" dirty="0">
                <a:latin typeface="Arial MT"/>
                <a:cs typeface="Arial MT"/>
              </a:rPr>
              <a:t>Service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fees</a:t>
            </a:r>
            <a:endParaRPr sz="1200">
              <a:latin typeface="Arial MT"/>
              <a:cs typeface="Arial MT"/>
            </a:endParaRPr>
          </a:p>
          <a:p>
            <a:pPr marL="384828" indent="-144152">
              <a:buChar char="•"/>
              <a:tabLst>
                <a:tab pos="384828" algn="l"/>
              </a:tabLst>
            </a:pPr>
            <a:r>
              <a:rPr sz="1200" dirty="0">
                <a:latin typeface="Arial MT"/>
                <a:cs typeface="Arial MT"/>
              </a:rPr>
              <a:t>B2B</a:t>
            </a:r>
            <a:r>
              <a:rPr sz="1200" spc="-6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sales.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821" y="4079877"/>
            <a:ext cx="148336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94" indent="-172093">
              <a:spcBef>
                <a:spcPts val="100"/>
              </a:spcBef>
              <a:buChar char="•"/>
              <a:tabLst>
                <a:tab pos="184794" algn="l"/>
              </a:tabLst>
            </a:pPr>
            <a:r>
              <a:rPr sz="1200" spc="-10" dirty="0">
                <a:latin typeface="Arial MT"/>
                <a:cs typeface="Arial MT"/>
              </a:rPr>
              <a:t>Travel</a:t>
            </a:r>
            <a:endParaRPr sz="1200">
              <a:latin typeface="Arial MT"/>
              <a:cs typeface="Arial MT"/>
            </a:endParaRPr>
          </a:p>
          <a:p>
            <a:pPr marL="184794" indent="-172093">
              <a:buChar char="•"/>
              <a:tabLst>
                <a:tab pos="184794" algn="l"/>
              </a:tabLst>
            </a:pPr>
            <a:r>
              <a:rPr sz="1200" spc="-10" dirty="0">
                <a:latin typeface="Arial MT"/>
                <a:cs typeface="Arial MT"/>
              </a:rPr>
              <a:t>Staff</a:t>
            </a:r>
            <a:endParaRPr sz="1200">
              <a:latin typeface="Arial MT"/>
              <a:cs typeface="Arial MT"/>
            </a:endParaRPr>
          </a:p>
          <a:p>
            <a:pPr marL="184794" indent="-172093">
              <a:buChar char="•"/>
              <a:tabLst>
                <a:tab pos="184794" algn="l"/>
              </a:tabLst>
            </a:pPr>
            <a:r>
              <a:rPr sz="1200" dirty="0">
                <a:latin typeface="Arial MT"/>
                <a:cs typeface="Arial MT"/>
              </a:rPr>
              <a:t>Content</a:t>
            </a:r>
            <a:r>
              <a:rPr sz="1200" spc="-10" dirty="0">
                <a:latin typeface="Arial MT"/>
                <a:cs typeface="Arial MT"/>
              </a:rPr>
              <a:t> Packaging</a:t>
            </a:r>
            <a:endParaRPr sz="1200">
              <a:latin typeface="Arial MT"/>
              <a:cs typeface="Arial MT"/>
            </a:endParaRPr>
          </a:p>
          <a:p>
            <a:pPr marL="184794" indent="-172093">
              <a:buChar char="•"/>
              <a:tabLst>
                <a:tab pos="184794" algn="l"/>
              </a:tabLst>
            </a:pPr>
            <a:r>
              <a:rPr sz="1200" spc="-10" dirty="0">
                <a:latin typeface="Arial MT"/>
                <a:cs typeface="Arial MT"/>
              </a:rPr>
              <a:t>Marketing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526</Words>
  <Application>Microsoft Office PowerPoint</Application>
  <PresentationFormat>On-screen Show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MT</vt:lpstr>
      <vt:lpstr>Calibri</vt:lpstr>
      <vt:lpstr>Cambria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LEAN CANVAS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Harsh Kushwaha</cp:lastModifiedBy>
  <cp:revision>1</cp:revision>
  <dcterms:created xsi:type="dcterms:W3CDTF">2025-06-14T09:03:12Z</dcterms:created>
  <dcterms:modified xsi:type="dcterms:W3CDTF">2025-06-14T09:10:45Z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2025-06-14T00:00:00Z</vt:filetime>
  </property>
  <property fmtid="{D5CDD505-2E9C-101B-9397-08002B2CF9AE}" pid="3" name="LastSaved">
    <vt:filetime>2025-06-14T00:00:00Z</vt:filetime>
  </property>
  <property fmtid="{D5CDD505-2E9C-101B-9397-08002B2CF9AE}" pid="4" name="Producer">
    <vt:lpwstr>iLovePDF</vt:lpwstr>
  </property>
</Properties>
</file>